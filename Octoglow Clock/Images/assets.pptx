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72" r:id="rId25"/>
    <p:sldId id="271" r:id="rId26"/>
    <p:sldId id="273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BEFF"/>
    <a:srgbClr val="30264E"/>
    <a:srgbClr val="CEA2B8"/>
    <a:srgbClr val="FE7272"/>
    <a:srgbClr val="FD2323"/>
    <a:srgbClr val="463771"/>
    <a:srgbClr val="4F378B"/>
    <a:srgbClr val="C2B9DD"/>
    <a:srgbClr val="000000"/>
    <a:srgbClr val="8B7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27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1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352 913 9830,'13'-25'240,"0"-1"0,2 2 0,27-34 1,-1 0 107,116-173-1028,-57 42 253,-39 68 225,-43 88 216,-2-1-1,0 0 1,12-46 0,-30 97 920,1-1 0,1 1 1,0 0-1,1-1 1,5 23-1,0 18 1137,2 8 1349,2 0 1,20 63-1,5 28-1753,2-9-1667,-11-49 0,-25-98 0,-1 0 0,0 1 0,0-1 0,0 1 0,0-1 0,1 0 0,-1 1 0,0-1 0,0 1 0,0-1 0,0 1 0,0-1 0,0 0 0,0 1 0,0-1 0,0 1 0,0-1 0,-1 0 0,1 1 0,0-1 0,0 1 0,0-1 0,0 0 0,-1 1 0,1-1 0,0 0 0,0 1 0,-1-1 0,1 0 0,0 1 0,-1-1 0,1 0 0,0 1 0,-1-1 0,1 0 0,0 0 0,-1 1 0,-19-5 0,-30-23 0,39 20 0,-34-14-49,-1 3-1,0 1 1,-1 2-1,0 3 1,-1 1 0,-70-6-1,-324-2 396,440 19-346,-1 0 0,0 0 0,1 0 0,-1-1 0,0 1 0,1-1 0,-1 0 0,1 0 0,-1 0 0,1 0 0,-4-2 0,6 3 0,0 0 0,0 0 0,0 0 0,-1 0 0,1 0 0,0 0 0,0-1 0,0 1 0,0 0 0,0 0 0,-1 0 0,1-1 0,0 1 0,0 0 0,0 0 0,0 0 0,0 0 0,0-1 0,0 1 0,0 0 0,0 0 0,0-1 0,0 1 0,0 0 0,0 0 0,0 0 0,0-1 0,0 1 0,0 0 0,0 0 0,0 0 0,0-1 0,0 1 0,0 0 0,0 0 0,0 0 0,0-1 0,1 1 0,-1 0 0,0 0 0,0-1 0,19-6 0,63-12 0,651-125 0,-563 117-2712,-110 14 2932,0-3 0,67-28-1,-114 38-224,-1 0 0,0-2 0,19-14 0,16-9 358,-100 46 34,-531 309 1006,172-87-1453,386-223 60,-20 12 0,0-3 0,-2-1 0,-87 26 0,124-46 0,-1 0 0,1-1 0,-22-2 0,23 1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6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55 472 9830,'17'-1'2991,"-20"2"-2785,1 0 0,-1 0 0,0 0 0,1 1 0,-1-1 0,1 1 0,-1 0 0,1-1 0,-4 5 0,0-1 250,2-2-187,1 0 0,-1 0-1,1 1 1,-1-1 0,1 0 0,0 1-1,1 0 1,-1 0 0,1 0 0,-4 6-1,10-11-25,0 0-1,0 0 0,-1-1 1,1 0-1,0 1 0,-1-1 1,1 0-1,-1-1 0,0 1 1,4-4-1,0 1 369,-6 5-562,-1 0 0,0 0 0,1 0 1,-1 0-1,0 0 0,1 0 0,-1-1 0,0 1 0,1 0 0,-1 0 0,0 0 1,1 0-1,-1-1 0,0 1 0,1 0 0,-1 0 0,0-1 0,0 1 1,1 0-1,-1-1 0,0 1 0,0 0 0,0-1 0,1 1 0,-1 0 1,0-1-1,0 1 0,0 0 0,0-1 0,0 1 0,0 0 0,0-1 0,0 1 1,0 0-1,0-1 0,0 1 0,0-1 0,0 1 0,0-1 0,0 0-29,0 1-1,0-1 0,0 0 0,0 0 1,0 1-1,0-1 0,0 0 0,0 0 0,0 1 1,0-1-1,1 0 0,-1 0 0,0 1 0,0-1 1,1 0-1,-1 1 0,0-1 0,1 0 1,-1 1-1,1-1 0,-1 1 0,1-1 0,-1 0 1,1 1-1,0-1 0,-1 1 0,1 0 1,0-1-1,0 0 0,156-146-31,-149 143 429,-17 17-124,-7 2-64,15-15-224,1 0 0,0 0 1,0 0-1,-1 1 0,1-1 0,0 0 0,-1 0 1,1 0-1,0 0 0,-1 0 0,1 0 1,0 0-1,-1 1 0,1-1 0,0 0 1,-1 0-1,1 0 0,-1-1 0,1 1 0,0 0 1,-1 0-1,1 0 0,0 0 0,-1 0 1,1 0-1,0 0 0,-1-1 0,1 1 0,0 0 1,0 0-1,-1 0 0,1-1 0,0 1 1,0 0-1,-1 0 0,1-1 0,0 1 1,0 0-1,-1-1 0,1 1 0,0 0 0,0-1 1,1-3-128,0 0-1,0 0 1,0 0 0,1 1 0,0-1 0,0 0-1,0 1 1,0 0 0,0-1 0,1 1 0,-1 0-1,1 0 1,0 0 0,3-2 0,5-8-494,8-15-840,-2-1 0,-1-1 0,-1-1 0,22-63 0,-36 76 1226,-10 13 521,-23 16 933,18-6-715,15-10-424,1 0 0,0 0 0,0 0 0,0 0 0,0 1 0,1-1 0,5-6 0,1-6-142,-6 12 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5.0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1507 1135 9830,'-4'-1'205,"0"0"1,0 0-1,1 0 0,-1 0 1,0 0-1,1-1 0,-1 0 0,1 0 1,-1 0-1,1 0 0,-5-5 0,-38-33 7,36 30 232,-28-30-568,2-1-1,-34-50 1,23 29-159,-8-16-639,-50-96 1,48 76 305,25 46 613,-3-4 2,3-1 1,-27-65 0,57 118 116,0 1 0,1-1 0,0 0 0,-1 0 0,1 0 0,1 0 0,-1 0 1,1 0-1,-1 0 0,1 0 0,1-5 0,-1 7-63,1 1 1,0 0 0,0-1-1,0 1 1,0 0 0,1-1-1,-1 1 1,0 0 0,1 0-1,-1 0 1,0 0 0,1 0-1,-1 1 1,1-1 0,-1 0-1,1 1 1,0-1 0,-1 1-1,1-1 1,0 1 0,-1 0-1,1-1 1,0 1 0,-1 0-1,1 0 1,0 1 0,0-1-1,2 1 1,34 1 1758,0 2-1,0 2 0,-1 2 1,0 1-1,0 2 0,-1 1 1,-1 2-1,45 24 1,-6-5-1384,-55-26-431,0 1 0,0 1 0,-1 1 1,0 0-1,0 1 0,17 16 0,-34-27 3,-1 0 0,0 0 0,1 1 0,-1-1 0,0 0 0,1 1 0,-1-1 0,0 0 0,1 1 0,-1-1 0,0 1 0,0-1 0,1 0 0,-1 1 0,0-1 0,0 1 0,0-1 0,0 1 0,0-1 0,0 1 0,0-1 0,0 1 0,0-1 0,0 0 0,0 1 0,0-1 0,0 1 0,0-1 0,0 1 0,0-1 0,0 1 0,0-1 0,-1 1 0,1-1 0,0 1 0,-19 10 0,-38 2 0,46-11 0,-344 84 0,251-54 0,-136 59 0,-228 150 0,313-157 0,93-50 0,98-93-2891,73-89-4172,71-60 1545,-79 95 2477,143-160 1894,-232 260 1191,3-6 259,1 2-1,0 0 1,2 1-1,0 1 1,0 0-1,32-18 1,-49 33-226,1 0 1,-1-1 0,0 1 0,1 0-1,-1 0 1,0 0 0,1 0-1,-1 0 1,0 0 0,1 0 0,-1 0-1,0 1 1,0-1 0,1 0-1,-1 1 1,0-1 0,0 1-1,1-1 1,-1 1 0,0 0 0,0 0-1,0-1 1,0 1 0,0 0-1,0 0 1,0 0 0,0 0 0,0 0-1,-1 0 1,1 0 0,0 0-1,-1 1 1,1-1 0,-1 0-1,1 0 1,-1 1 0,1 1 0,19 62 2172,-15-45-1469,51 159 7023,7-2-4464,3-9-3155,98 177 0,-152-322-185,7 15 0,1-1 0,2-1 0,2 0 0,1-2 0,40 43 0,-53-67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6.7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2063 1614 9830,'-7'-2'382,"-1"-1"-1,1 1 1,0-1-1,0-1 1,1 1-1,-1-1 1,1 0-1,-1-1 1,-7-7-1,-2 0 375,-84-51 2498,-58-20-4214,47 25-364,-427-193-3924,448 212 4955,-7-3 293,-290-131 0,269 113 0,-131-88 0,236 140 0,1 0 0,0-1 0,0 0 0,1-1 0,1 0 0,-1 0 0,2-1 0,0-1 0,-13-19 0,22 29 62,-1-1-1,1 1 1,-1-1-1,1 0 1,0 0-1,0 1 1,0-1-1,1 0 1,-1 1-1,1-1 1,-1 1-1,1-1 1,0 0-1,0 1 1,0-1-1,0 1 1,0 0-1,1-1 1,-1 1-1,1 0 1,-1 0-1,1 0 1,0 0-1,0 0 1,0 0-1,0 1 1,4-4-1,10-7 759,1 1-1,30-17 1,-25 16-538,8-5 891,2 1 0,0 2 0,0 1 0,1 1-1,1 2 1,0 1 0,0 2 0,1 2 0,0 1-1,53 0 1,-22 3 656,-22 0-1550,56 5 1,-86-2-290,0 0 0,0 1 0,-1 0 0,0 1-1,1 1 1,-1 0 0,-1 0 0,16 10-1,49 39 11,120 109 0,-151-123 0,-34-30 0,0 1 0,0 1 0,-1 0 0,-1 0 0,0 1 0,16 28 0,-24-37 0,0 1 0,0 0 0,0 0 0,0 0 0,-1 0 0,0 0 0,0 0 0,-1 1 0,1-1 0,-1 0 0,0 0 0,0 0 0,-1 1 0,0-1 0,0 0 0,0 0 0,0 0 0,-1 0 0,0 0 0,0 0 0,0 0 0,-1-1 0,1 1 0,-1-1 0,-4 5 0,-67 84 0,-4-3 0,-3-3 0,-150 121 0,-160 74 0,366-265 0,15-9 0,0-1 0,0 0 0,-1-1 0,1 0 0,-1-1 0,-1 0 0,1-1 0,-1 0 0,-15 3 0,25-7-38,0 0-1,1-1 1,-1 0-1,0 1 1,1-1-1,-1 0 1,1 1 0,-1-1-1,1 0 1,-1 0-1,1 0 1,0-1-1,-1 1 1,1 0-1,0 0 1,0-1-1,0 1 1,0 0-1,0-1 1,-1-1-1,-21-41-1094,13 25 165,-8-19-1198,1 0 0,2-2 0,-13-49 0,15 45 390,3 3-301,2 0 0,-3-50 0,10 79 1997,-6-131 80,4 47 0,-5-20 0,-2-263 0,29 183 0,-11 139 0,25-87 0,-33 143 40,1 1-1,-1-1 1,1 0 0,-1 0-1,1 0 1,-1 0 0,1 1-1,-1-1 1,1 0 0,0 1-1,-1-1 1,1 0 0,0 1 0,0-1-1,-1 1 1,1-1 0,0 1-1,0 0 1,0-1 0,0 1-1,0 0 1,0-1 0,-1 1-1,1 0 1,0 0 0,0 0-1,0 0 1,0 0 0,0 0-1,0 0 1,0 0 0,0 0-1,0 1 1,0-1 0,0 0-1,0 0 1,-1 1 0,1-1-1,0 1 1,0-1 0,0 1-1,0-1 1,-1 1 0,1-1-1,1 2 1,44 33 2677,-36-27-2321,213 187 11554,-158-136-9178,214 233-2772,-127-124 0,21 13 0,392 421 0,-555-591 0,384 454 0,-390-459 0,0-1 0,0 1 0,-1 0 0,0 0 0,0 1 0,0-1 0,-1 1 0,2 10 0,-2-10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1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352 913 9830,'13'-25'240,"0"-1"0,2 2 0,27-34 1,-1 0 107,116-173-1028,-57 42 253,-39 68 225,-43 88 216,-2-1-1,0 0 1,12-46 0,-30 97 920,1-1 0,1 1 1,0 0-1,1-1 1,5 23-1,0 18 1137,2 8 1349,2 0 1,20 63-1,5 28-1753,2-9-1667,-11-49 0,-25-98 0,-1 0 0,0 1 0,0-1 0,0 1 0,0-1 0,1 0 0,-1 1 0,0-1 0,0 1 0,0-1 0,0 1 0,0-1 0,0 0 0,0 1 0,0-1 0,0 1 0,0-1 0,-1 0 0,1 1 0,0-1 0,0 1 0,0-1 0,0 0 0,-1 1 0,1-1 0,0 0 0,0 1 0,-1-1 0,1 0 0,0 1 0,-1-1 0,1 0 0,0 1 0,-1-1 0,1 0 0,0 0 0,-1 1 0,-19-5 0,-30-23 0,39 20 0,-34-14-49,-1 3-1,0 1 1,-1 2-1,0 3 1,-1 1 0,-70-6-1,-324-2 396,440 19-346,-1 0 0,0 0 0,1 0 0,-1-1 0,0 1 0,1-1 0,-1 0 0,1 0 0,-1 0 0,1 0 0,-4-2 0,6 3 0,0 0 0,0 0 0,0 0 0,-1 0 0,1 0 0,0 0 0,0-1 0,0 1 0,0 0 0,0 0 0,-1 0 0,1-1 0,0 1 0,0 0 0,0 0 0,0 0 0,0 0 0,0-1 0,0 1 0,0 0 0,0 0 0,0-1 0,0 1 0,0 0 0,0 0 0,0 0 0,0-1 0,0 1 0,0 0 0,0 0 0,0 0 0,0-1 0,0 1 0,0 0 0,0 0 0,0 0 0,0-1 0,1 1 0,-1 0 0,0 0 0,0-1 0,19-6 0,63-12 0,651-125 0,-563 117-2712,-110 14 2932,0-3 0,67-28-1,-114 38-224,-1 0 0,0-2 0,19-14 0,16-9 358,-100 46 34,-531 309 1006,172-87-1453,386-223 60,-20 12 0,0-3 0,-2-1 0,-87 26 0,124-46 0,-1 0 0,1-1 0,-22-2 0,23 1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6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55 472 9830,'17'-1'2991,"-20"2"-2785,1 0 0,-1 0 0,0 0 0,1 1 0,-1-1 0,1 1 0,-1 0 0,1-1 0,-4 5 0,0-1 250,2-2-187,1 0 0,-1 0-1,1 1 1,-1-1 0,1 0 0,0 1-1,1 0 1,-1 0 0,1 0 0,-4 6-1,10-11-25,0 0-1,0 0 0,-1-1 1,1 0-1,0 1 0,-1-1 1,1 0-1,-1-1 0,0 1 1,4-4-1,0 1 369,-6 5-562,-1 0 0,0 0 0,1 0 1,-1 0-1,0 0 0,1 0 0,-1-1 0,0 1 0,1 0 0,-1 0 0,0 0 1,1 0-1,-1-1 0,0 1 0,1 0 0,-1 0 0,0-1 0,0 1 1,1 0-1,-1-1 0,0 1 0,0 0 0,0-1 0,1 1 0,-1 0 1,0-1-1,0 1 0,0 0 0,0-1 0,0 1 0,0 0 0,0-1 0,0 1 1,0 0-1,0-1 0,0 1 0,0-1 0,0 1 0,0-1 0,0 0-29,0 1-1,0-1 0,0 0 0,0 0 1,0 1-1,0-1 0,0 0 0,0 0 0,0 1 1,0-1-1,1 0 0,-1 0 0,0 1 0,0-1 1,1 0-1,-1 1 0,0-1 0,1 0 1,-1 1-1,1-1 0,-1 1 0,1-1 0,-1 0 1,1 1-1,0-1 0,-1 1 0,1 0 1,0-1-1,0 0 0,156-146-31,-149 143 429,-17 17-124,-7 2-64,15-15-224,1 0 0,0 0 1,0 0-1,-1 1 0,1-1 0,0 0 0,-1 0 1,1 0-1,0 0 0,-1 0 0,1 0 1,0 0-1,-1 1 0,1-1 0,0 0 1,-1 0-1,1 0 0,-1-1 0,1 1 0,0 0 1,-1 0-1,1 0 0,0 0 0,-1 0 1,1 0-1,0 0 0,-1-1 0,1 1 0,0 0 1,0 0-1,-1 0 0,1-1 0,0 1 1,0 0-1,-1 0 0,1-1 0,0 1 1,0 0-1,-1-1 0,1 1 0,0 0 0,0-1 1,1-3-128,0 0-1,0 0 1,0 0 0,1 1 0,0-1 0,0 0-1,0 1 1,0 0 0,0-1 0,1 1 0,-1 0-1,1 0 1,0 0 0,3-2 0,5-8-494,8-15-840,-2-1 0,-1-1 0,-1-1 0,22-63 0,-36 76 1226,-10 13 521,-23 16 933,18-6-715,15-10-424,1 0 0,0 0 0,0 0 0,0 0 0,0 1 0,1-1 0,5-6 0,1-6-142,-6 12 90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5.0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1507 1135 9830,'-4'-1'205,"0"0"1,0 0-1,1 0 0,-1 0 1,0 0-1,1-1 0,-1 0 0,1 0 1,-1 0-1,1 0 0,-5-5 0,-38-33 7,36 30 232,-28-30-568,2-1-1,-34-50 1,23 29-159,-8-16-639,-50-96 1,48 76 305,25 46 613,-3-4 2,3-1 1,-27-65 0,57 118 116,0 1 0,1-1 0,0 0 0,-1 0 0,1 0 0,1 0 0,-1 0 1,1 0-1,-1 0 0,1 0 0,1-5 0,-1 7-63,1 1 1,0 0 0,0-1-1,0 1 1,0 0 0,1-1-1,-1 1 1,0 0 0,1 0-1,-1 0 1,0 0 0,1 0-1,-1 1 1,1-1 0,-1 0-1,1 1 1,0-1 0,-1 1-1,1-1 1,0 1 0,-1 0-1,1-1 1,0 1 0,-1 0-1,1 0 1,0 1 0,0-1-1,2 1 1,34 1 1758,0 2-1,0 2 0,-1 2 1,0 1-1,0 2 0,-1 1 1,-1 2-1,45 24 1,-6-5-1384,-55-26-431,0 1 0,0 1 0,-1 1 1,0 0-1,0 1 0,17 16 0,-34-27 3,-1 0 0,0 0 0,1 1 0,-1-1 0,0 0 0,1 1 0,-1-1 0,0 0 0,1 1 0,-1-1 0,0 1 0,0-1 0,1 0 0,-1 1 0,0-1 0,0 1 0,0-1 0,0 1 0,0-1 0,0 1 0,0-1 0,0 1 0,0-1 0,0 0 0,0 1 0,0-1 0,0 1 0,0-1 0,0 1 0,0-1 0,0 1 0,0-1 0,-1 1 0,1-1 0,0 1 0,-19 10 0,-38 2 0,46-11 0,-344 84 0,251-54 0,-136 59 0,-228 150 0,313-157 0,93-50 0,98-93-2891,73-89-4172,71-60 1545,-79 95 2477,143-160 1894,-232 260 1191,3-6 259,1 2-1,0 0 1,2 1-1,0 1 1,0 0-1,32-18 1,-49 33-226,1 0 1,-1-1 0,0 1 0,1 0-1,-1 0 1,0 0 0,1 0-1,-1 0 1,0 0 0,1 0 0,-1 0-1,0 1 1,0-1 0,1 0-1,-1 1 1,0-1 0,0 1-1,1-1 1,-1 1 0,0 0 0,0 0-1,0-1 1,0 1 0,0 0-1,0 0 1,0 0 0,0 0 0,0 0-1,-1 0 1,1 0 0,0 0-1,-1 1 1,1-1 0,-1 0-1,1 0 1,-1 1 0,1 1 0,19 62 2172,-15-45-1469,51 159 7023,7-2-4464,3-9-3155,98 177 0,-152-322-185,7 15 0,1-1 0,2-1 0,2 0 0,1-2 0,40 43 0,-53-67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6.7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2063 1614 9830,'-7'-2'382,"-1"-1"-1,1 1 1,0-1-1,0-1 1,1 1-1,-1-1 1,1 0-1,-1-1 1,-7-7-1,-2 0 375,-84-51 2498,-58-20-4214,47 25-364,-427-193-3924,448 212 4955,-7-3 293,-290-131 0,269 113 0,-131-88 0,236 140 0,1 0 0,0-1 0,0 0 0,1-1 0,1 0 0,-1 0 0,2-1 0,0-1 0,-13-19 0,22 29 62,-1-1-1,1 1 1,-1-1-1,1 0 1,0 0-1,0 1 1,0-1-1,1 0 1,-1 1-1,1-1 1,-1 1-1,1-1 1,0 0-1,0 1 1,0-1-1,0 1 1,0 0-1,1-1 1,-1 1-1,1 0 1,-1 0-1,1 0 1,0 0-1,0 0 1,0 0-1,0 1 1,4-4-1,10-7 759,1 1-1,30-17 1,-25 16-538,8-5 891,2 1 0,0 2 0,0 1 0,1 1-1,1 2 1,0 1 0,0 2 0,1 2 0,0 1-1,53 0 1,-22 3 656,-22 0-1550,56 5 1,-86-2-290,0 0 0,0 1 0,-1 0 0,0 1-1,1 1 1,-1 0 0,-1 0 0,16 10-1,49 39 11,120 109 0,-151-123 0,-34-30 0,0 1 0,0 1 0,-1 0 0,-1 0 0,0 1 0,16 28 0,-24-37 0,0 1 0,0 0 0,0 0 0,0 0 0,-1 0 0,0 0 0,0 0 0,-1 1 0,1-1 0,-1 0 0,0 0 0,0 0 0,-1 1 0,0-1 0,0 0 0,0 0 0,0 0 0,-1 0 0,0 0 0,0 0 0,0 0 0,-1-1 0,1 1 0,-1-1 0,-4 5 0,-67 84 0,-4-3 0,-3-3 0,-150 121 0,-160 74 0,366-265 0,15-9 0,0-1 0,0 0 0,-1-1 0,1 0 0,-1-1 0,-1 0 0,1-1 0,-1 0 0,-15 3 0,25-7-38,0 0-1,1-1 1,-1 0-1,0 1 1,1-1-1,-1 0 1,1 1 0,-1-1-1,1 0 1,-1 0-1,1 0 1,0-1-1,-1 1 1,1 0-1,0 0 1,0-1-1,0 1 1,0 0-1,0-1 1,-1-1-1,-21-41-1094,13 25 165,-8-19-1198,1 0 0,2-2 0,-13-49 0,15 45 390,3 3-301,2 0 0,-3-50 0,10 79 1997,-6-131 80,4 47 0,-5-20 0,-2-263 0,29 183 0,-11 139 0,25-87 0,-33 143 40,1 1-1,-1-1 1,1 0 0,-1 0-1,1 0 1,-1 0 0,1 1-1,-1-1 1,1 0 0,0 1-1,-1-1 1,1 0 0,0 1 0,0-1-1,-1 1 1,1-1 0,0 1-1,0 0 1,0-1 0,0 1-1,0 0 1,0-1 0,-1 1-1,1 0 1,0 0 0,0 0-1,0 0 1,0 0 0,0 0-1,0 0 1,0 0 0,0 0-1,0 1 1,0-1 0,0 0-1,0 0 1,-1 1 0,1-1-1,0 1 1,0-1 0,0 1-1,0-1 1,-1 1 0,1-1-1,1 2 1,44 33 2677,-36-27-2321,213 187 11554,-158-136-9178,214 233-2772,-127-124 0,21 13 0,392 421 0,-555-591 0,384 454 0,-390-459 0,0-1 0,0 1 0,-1 0 0,0 0 0,0 1 0,0-1 0,-1 1 0,2 10 0,-2-10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4:29.209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0 476 9830,'0'3'215,"0"0"-1,1 1 1,-1-1 0,1 1-1,-1-1 1,1 0-1,0 1 1,1-1 0,-1 0-1,0 0 1,1 0 0,0 0-1,-1 0 1,1 0 0,0-1-1,1 1 1,4 4-1,-2-3 132,1 0 0,-1 0 0,1 0-1,0-1 1,0 0 0,0-1 0,0 1 0,12 2-1,7 0 1112,0-1 0,0-1 0,48-1 0,100-5 4738,0-9-5533,-60-2-1151,-2-4 0,0-5 0,204-72 0,-246 68-1491,127-70 0,-173 84 1513,0-2 0,-2 0 0,0-1-1,-1-1 1,0-1 0,-1-1 0,-2-1 0,0 0 0,-1-1 0,19-33 0,-29 121 2447,-6 232 4316,0-293-6058,2-6-225,5-14-446,3-20-797,-4 6-53,-2-1 0,-1 1 0,-1-1 0,-3-39 0,3-43-2348,2 92 2877,3-27-657,-7 45 1403,0 0-1,0-1 1,1 1 0,-1 0-1,0 0 1,0 0-1,-1-1 1,1 1 0,0 0-1,0 0 1,0 0 0,-1 0-1,1-1 1,-1 1 0,1 0-1,-1 0 1,1 0-1,-1 0 1,0 0 0,1 0-1,-1 0 1,0 0 0,0 0-1,0 1 1,0-1 0,-1-1-1,-3 2 198,1 0 0,0 0 0,0 1-1,0 0 1,0 0 0,0 0 0,0 0 0,0 0 0,0 1-1,-6 3 1,-20 5 1006,-215 26 7327,114-21-4530,-67-11-3084,155-4-975,32 0 67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04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13.95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0 643 9830,'35'-20'2743,"-18"9"-1938,133-48 6607,28 0-4135,-55 21-1266,-34 12-874,0 4 1,128-15-1,-3 19-1137,-177 16 0,61-6 0,50-1 0,26-9 0,-57 9 0,-35 0 0,3 1 0,44-1 0,69 0 0,-173 9 0,222 8 0,-53 18 0,-177-23 0,6 1 0,-17-4 0,-8-3 0,-49-38-616,26 21 597,0 0-1,-1 2 1,-45-24-1,-46-18-73,-62-27 205,168 82-65,-1 0 1,0 2-1,-22-5 1,71 39 141,13-5-20,-32-16-143,1 0-1,0-1 0,0-1 1,39 10-1,-34-11-25,1 2 0,-2 0 0,36 18 0,26 12 0,-49-27 0,-13-5 0,42 20 0,-50-20 0,1 0 0,0-2 0,18 5 0,-18-5 0,0 0 0,0 0 0,15 9 0,-31-14 0,0 0 0,0 0 0,0 0 0,0 1 0,0-1 0,1 0 0,-1 0 0,0 0 0,0 0 0,0 1 0,0-1 0,0 0 0,0 0 0,0 0 0,0 0 0,0 1 0,0-1 0,0 0 0,0 0 0,0 0 0,0 1 0,0-1 0,0 0 0,0 0 0,0 0 0,0 1 0,0-1 0,0 0 0,0 0 0,0 0 0,0 0 0,0 1 0,0-1 0,-1 0 0,1 0 0,0 0 0,0 0 0,0 0 0,0 1 0,0-1 0,0 0 0,-1 0 0,1 0 0,0 0 0,0 0 0,0 0 0,0 0 0,-1 0 0,1 1 0,-17 9 0,-17 6 0,22-11 0,1 1 0,-1 0 0,1 0 0,0 1 0,1 1 0,-17 14 0,15-11 0,0-1 0,-1-1 0,-25 14 0,6-6 0,-46 34 0,54-34 0,-14 8 0,-1-2 0,-41 19 0,74-39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49.30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0 795 9830,'1'-3'58,"-1"0"-1,1 0 1,0 0 0,0 0-1,1 0 1,-1 0 0,1 0-1,-1 0 1,1 0 0,0 0-1,0 1 1,0-1 0,0 1-1,1 0 1,-1-1-1,0 1 1,5-2 0,55-37 1521,-45 31-1326,128-70 2159,4 6 0,181-63-1,-125 68 24,-104 37-1171,178-46 1503,-182 47-2272,143-29 0,-130 38-146,75-13 200,43 0 208,37 0-313,-174 31-444,-69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54.31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0 9830,'44'14'1838,"-19"-4"-1246,214 66 4594,-178-62-3834,-38-10-639,-1 1-1,0 1 1,0 2-1,33 14 1,-32-12 0,21 11 328,-42-20-962,1 0 1,-1 0 0,0 0-1,0 1 1,-1-1 0,1 1 0,0-1-1,0 1 1,-1 0 0,1 0-1,-1 0 1,1-1 0,-1 1-1,2 3 1,-3-3-28,0-1 0,-1 1 0,1-1 0,0 1 0,0-1 0,-1 1 0,1-1 0,-1 0 0,1 1-1,-1-1 1,0 0 0,1 1 0,-1-1 0,0 0 0,0 0 0,0 0 0,0 0 0,0 1 0,0-1 0,0-1 0,0 1 0,0 0 0,-1 0 0,1 0-1,0-1 1,-1 1 0,0 0 0,-47 22 1035,36-18-679,-1 3-260,0 2-1,1 0 0,0 0 1,0 1-1,1 1 1,1 0-1,-11 14 0,-15 14-95,-11 22-52,7-7 0,33-48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37.06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0 110 9830,'5'-2'327,"0"-1"0,0 1-1,1 0 1,-1 0 0,1 1-1,-1 0 1,1 0 0,5-1 0,-10 2-319,102-12 7118,158 0 0,-19 17-4667,45 15-2459,446 60 0,-727-79 0,23 3 0,71 8 0,160 42 0,-216-43 0,29 8 0,-67-17 0,-1 0 0,1 1 0,-1-1 0,0 1 0,0 0 0,0 0 0,0 1 0,0-1 0,6 8 0,-1 4 27,3 5-251,-11-23-181,-6-13-303,-5-12-530,-2 0 1,-1 0-1,-1 2 1,-28-43-1,-2-6-1297,9 21 2447,22 35 253,20 33 1120,87 130 2877,-27-8-426,-52-115-3063,-13-18-665,0 1 0,0-1-1,0 1 1,-1 0 0,1 0 0,-1 0-1,0 0 1,0 1 0,0-1-1,-1 0 1,0 1 0,2 7-1,-3-11-7,-1 0 0,1-1 0,-1 1 0,0 0 0,1-1 0,-1 1 0,0 0 0,1-1 0,-1 1 0,0-1 0,1 1 0,-1-1 0,0 0 0,0 1 0,0-1 0,1 0 0,-1 0 0,0 1 0,0-1 0,0 0 0,0 0 0,0 0 0,1 0 0,-1 0 0,0 0 0,0 0 0,-1 0 0,-33-2 0,27 2 0,-26 1 0,-1 2 0,-65 13 0,26-3 0,-292 51 0,322-50 0,37-12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53.280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1116 1 9830,'-2'3'165,"-1"1"-1,0-1 1,1 0 0,-1 0-1,-1 0 1,1 0-1,0 0 1,-1-1 0,1 1-1,-7 2 1,-6 7 318,-21 20 977,-2-2 1,0-1-1,-83 44 1,118-71-1378,-19 12 497,-2-2 0,1-1 0,-2 0 0,1-2 0,-1-1 0,-1-2 0,-29 5 0,-70 10 1712,92-13-1282,-1-2 1,-63 3 0,-123 7 466,171-12-1477,28-3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57.842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218 1 9830,'-6'4'245,"1"1"0,0 0-1,0 0 1,0 0 0,1 1 0,0 0 0,0 0-1,-4 7 1,7-11-154,-26 43 1029,8-12-137,-2-1-1,0-1 1,-30 31 0,48-59-870,0 0 0,0 1 0,0-1 0,0 0 0,1 1 0,0 0 0,-1-1 1,1 1-1,0 0 0,1 0 0,-1 0 0,-1 7 0,3-8-32,0 0 0,0 0-1,1 0 1,-1 0 0,1 0-1,-1 0 1,1-1 0,0 1 0,0 0-1,0 0 1,1-1 0,-1 1-1,0-1 1,1 1 0,0-1 0,0 0-1,-1 1 1,1-1 0,3 2-1,76 64 1907,-4-2 94,-50-41-635,58 42 1,7-3 773,-81-57-2170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5.94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760 1 9830,'1'41'1430,"9"42"0,-5-43-402,1 50-1,-7-53-232,-1-1 0,-2 0-1,-1 0 1,-2 0 0,-2-1 0,-1 0-1,-1 0 1,-31 62 0,-56 64 2719,80-136-2760,-2 0 0,0-2 0,-1 0 0,-26 20 0,27-26-692,-1 0-1,-1-2 1,0 0 0,-32 14-1,43-23-61,-14 6 0,-1 0 0,-1-1 0,0-2 0,0-1 0,-33 6 0,-47 5 0,90-18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7.28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134 0 9830,'-2'1'93,"0"-1"-1,0 1 1,0-1 0,0 1-1,0 0 1,0 0-1,1 0 1,-1 0 0,0 0-1,1 0 1,-1 0 0,0 0-1,1 1 1,0-1-1,-1 1 1,-1 2 0,-23 33 657,14-20-318,3-5-82,0 1 0,1-1-1,0 2 1,1-1 0,-5 16 0,10-24-236,0 1 1,0 0-1,0 1 1,1-1 0,0 0-1,0 0 1,1 0-1,0 1 1,0-1 0,0 0-1,1 0 1,0 1-1,0-1 1,1 0 0,2 6-1,-3-9-42,1-1 0,-1 1 0,1-1-1,0 1 1,0-1 0,0 0 0,0 1-1,0-1 1,0 0 0,1-1 0,-1 1 0,1 0-1,-1-1 1,1 1 0,4 1 0,51 15 1001,-9-2-18,-2 7 365,0-2 0,53 16 0,-85-31-1147,-3 0-219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8.41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1 358 9830,'0'-16'2,"0"-24"50,5-42 0,-3 68-28,1 0 0,0 0-1,0 0 1,2 1 0,0-1 0,11-20-1,27-54 310,-36 73-335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13.22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1259 1 9830,'-594'0'9830,"575"1"-9322,0 1 0,-27 6 0,27-4-33,-1-1 0,-25 1 0,6-3 836,-76 13 0,85-10-613,-1-2 1,-37-1 0,42-2-158,0 2 0,-1 0 0,-44 9-1,68-9-540,-4 1 0,0 0 0,0-1 0,0 0 0,-1 0 0,1-1 0,-10 0 0,17 0 1,0 0 1,0 0-1,0 0 0,0 0 0,0 0 0,1 0 1,-1 0-1,0 0 0,0 0 0,0 0 0,0 0 0,0 0 1,0 0-1,1 0 0,-1 0 0,0 0 0,0 0 1,0 0-1,0 0 0,0-1 0,0 1 0,1 0 0,-1 0 1,0 0-1,0 0 0,0 0 0,0 0 0,0 0 0,0-1 1,0 1-1,0 0 0,0 0 0,0 0 0,0 0 1,0 0-1,0-1 0,0 1 0,0 0 0,0 0 0,0 0 1,0 0-1,0 0 0,0-1 0,0 1 0,0 0 0,0 0 1,0 0-1,0 0 0,0 0 0,0 0 0,0-1 1,0 1-1,0 0 0,0 0 0,0 0 0,0 0 0,-1 0 1,1 0-1,0 0 0,0-1 0,0 1 0,0 0 0,0 0 1,0 0-1,0 0 0,-1 0 0,1 0 0,0 0 1,11-6-2268,4-1-8656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15.75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330 1 9830,'-1'4'168,"1"0"1,-2 0-1,1 0 1,0 0-1,-1 0 0,1-1 1,-1 1-1,0 0 1,-1-1-1,-4 7 0,-29 32 929,-3 0 236,-2 0 279,2 2 0,-39 57 1,9-3 1008,68-97-2579,0 0 0,1 1 0,-1-1 0,1 0 0,-1 0 0,1 1 0,0-1 0,-1 0 0,1 1 0,0-1 0,0 0 0,0 1 0,0-1 0,0 0 0,0 1 0,0-1 0,1 0 0,-1 0 0,0 1 0,1-1 0,-1 0 0,1 0 1,0 3-1,1-1 59,1-1 0,-1 1 0,1 0 0,-1 0 0,1-1 0,0 0 0,0 1 0,6 2 0,8 4 451,0 0 0,32 9-1,-35-13-192,100 46 2193,-76-32-1834,60 21 0,41 5-718,-121-41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20.872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472 1 9830,'-20'53'1638,"17"-47"-1501,1-1-1,-1 0 1,0 0-1,0 0 1,-8 9-1,8-9-19,-1-1 1,1 1-1,-1 0 0,1 1 0,1-1 0,-4 7 0,-15 60 1849,-17 106 0,33-151-1144,-17 45 0,-1 8 291,-30 110 1971,43-159-2564,-29 84 1446,19-38-719,-13 75 1111,9-61-1789,17-73-579,2 0 0,0 1 0,1 0 0,-2 22 0,4-15 10,-1-1 0,-1 1 0,-2-1 0,0 0 0,-2 0 0,-14 32 0,22-57-6,0 1-1,0 0 0,0-1 0,0 1 0,0-1 1,0 1-1,-1 0 0,1-1 0,0 1 1,0-1-1,0 1 0,-1-1 0,1 1 1,0-1-1,-1 1 0,1-1 0,-1 1 0,1-1 1,0 0-1,-1 1 0,1-1 0,-1 1 1,1-1-1,-1 0 0,1 0 0,-1 1 1,1-1-1,-1 0 0,0 0 0,1 0 0,-1 1 1,1-1-1,-1 0 0,1 0 0,-1 0 1,0 0-1,1 0 0,-2 0 0,-6-25-505,5-39-350,6-75-812,-5-140-1895,-2 258 3296,-2 4 219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23.299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0 548 9830,'4'0'134,"1"-1"-1,-1 0 1,1 0 0,-1 0 0,0-1-1,0 1 1,0-1 0,0 0-1,0 0 1,0 0 0,0-1-1,5-4 1,43-42 348,-34 31-341,124-97 1091,-22 20-906,-79 61 263,89-53-1,-45 33-902,-40 29 711,-33 20-211,-1-1 0,-1 0 0,16-11 0,-15 6-145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6750A-26C5-4877-B081-A58D14358CD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7369A-08EA-4B6B-9463-301316918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6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Charging Board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7369A-08EA-4B6B-9463-3013169183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6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E5A8-4900-FAE9-6AF7-E9C662602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A0D64-EE8B-75D8-733B-44A101B27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BCEB6-522E-951B-86E3-D33031E84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2E889-A34C-698A-0145-051B48AD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17CEE-DF5F-EBE6-A261-DC1150C1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BD3F-6504-D187-27C2-FEFC2BA1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4BA8F-9AEC-DE54-33E6-03C7F42B2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6A724-62F1-ED70-9047-883D63F7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7ED0-0A3F-C3C3-C5F2-27958D2D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65B7-5692-E758-ECEF-2A8C5543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5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692D-7783-45DE-CCC1-EBE84FF7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C4B36-DB9A-FDE4-0600-5525E36E7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AECE-8D76-3688-E8BB-FBD5F56F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E5EE0-D3F4-845F-C409-88B76DDD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5673-0F27-2EF3-54DB-3579A4CC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8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885C-B6FA-89C0-2BAD-E22DA1E2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1627-C3CA-F760-F810-3B1034F9D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97E24-2A18-667F-AD5F-411D7999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97C5F-DC51-BA72-7085-11B7834A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F707B-4D95-9915-0EAC-DE8F430C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104A6-5DC6-A979-C7E5-E7FE4A16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8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C2CC-B1D0-691A-D3D2-1B0E90B6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19AA8-6122-0BFA-9B71-D6F4F06BA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6E5C7-3543-71BD-5468-836404950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2C15AA-05A3-319B-E76F-0E3B9ACF8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48CDD-BBEB-D0E3-FF5A-94BB04F8A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ED60F-7958-4AED-14B8-96185B0D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FC491-8D60-EC6C-A9BB-9993321A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6106D-4F8B-15F8-4BEF-5B7E24D8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ECA0-9252-8C08-E871-71534A31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96C47-6AF6-E318-1433-4BD6696F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350D1-7938-7CFF-3A7F-4756E45B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BF943-4250-FE9A-DC51-3078374A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9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8222-37DA-77E6-0981-8F623934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CE7F6-568A-AA38-DF50-7932DCB0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318FB-E9ED-6777-4D6A-BDC4DD81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8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1820-9DDD-9887-D7F5-B23C0261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46B3-873A-B6CE-93E4-5D79305AF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7308E-0F56-CFAC-79ED-5CD5DC1ED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97BA-5EBE-DFA7-8228-31BBCDFF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1607-C1EB-E193-319A-DC9A978A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90F1E-8680-2260-6786-E570C222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7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92D7-D781-B86B-36FE-EBEF8A25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7439A-AE1B-FF98-61B9-6FC6B8253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3E68E-42B2-371C-61C2-15C08BB42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A953F-3E48-8974-4618-F1457AAF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A4404-86F7-C58E-7E67-B26CB8F8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87768-E85D-1CD0-74BB-A2DDE0A7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9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6433-A778-FB73-A006-971910AD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EF80E-2CE3-6E33-23DB-5C8E7DE19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9E704-C32A-EAC2-CAA8-25C05E7E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FE8D-40F6-ACD7-DE2A-FDCD425A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24DAE-A4C2-A476-72DE-0594691B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0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C786F-A4A3-CD44-88D9-6EDD54306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F1CF4-C41D-B28A-9706-9E8CFBCEB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50E30-ED23-7317-C6FB-BC221040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4C62A-9F12-05F0-0C59-1E354344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1C4ED-851D-F736-FC08-A2665B29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8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94B00-883D-7F9D-761D-E06D07D4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1374-97BC-92F8-DD94-1289A77CE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17C63-DED0-1E8A-C96A-5B1255D8E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C4043-2A4D-4BD2-BAFC-8CCB15620BA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28D7A-7CF0-E46E-87F8-38ED5AD6B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781E9-CDF5-49A8-2BB0-73AA9C9E0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0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customXml" Target="../ink/ink1.xml"/><Relationship Id="rId26" Type="http://schemas.openxmlformats.org/officeDocument/2006/relationships/image" Target="../media/image21.png"/><Relationship Id="rId3" Type="http://schemas.openxmlformats.org/officeDocument/2006/relationships/image" Target="../media/image2.svg"/><Relationship Id="rId21" Type="http://schemas.openxmlformats.org/officeDocument/2006/relationships/image" Target="../media/image18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customXml" Target="../ink/ink4.xml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customXml" Target="../ink/ink6.xml"/><Relationship Id="rId26" Type="http://schemas.openxmlformats.org/officeDocument/2006/relationships/image" Target="../media/image15.png"/><Relationship Id="rId3" Type="http://schemas.openxmlformats.org/officeDocument/2006/relationships/image" Target="../media/image2.svg"/><Relationship Id="rId21" Type="http://schemas.openxmlformats.org/officeDocument/2006/relationships/image" Target="../media/image24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2.png"/><Relationship Id="rId25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6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5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customXml" Target="../ink/ink8.xml"/><Relationship Id="rId27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0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" Type="http://schemas.openxmlformats.org/officeDocument/2006/relationships/image" Target="../media/image47.png"/><Relationship Id="rId21" Type="http://schemas.openxmlformats.org/officeDocument/2006/relationships/image" Target="../media/image50.png"/><Relationship Id="rId7" Type="http://schemas.openxmlformats.org/officeDocument/2006/relationships/image" Target="../media/image430.png"/><Relationship Id="rId12" Type="http://schemas.openxmlformats.org/officeDocument/2006/relationships/customXml" Target="../ink/ink13.xml"/><Relationship Id="rId17" Type="http://schemas.openxmlformats.org/officeDocument/2006/relationships/image" Target="../media/image48.png"/><Relationship Id="rId25" Type="http://schemas.openxmlformats.org/officeDocument/2006/relationships/image" Target="../media/image52.png"/><Relationship Id="rId3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450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5" Type="http://schemas.openxmlformats.org/officeDocument/2006/relationships/image" Target="../media/image420.png"/><Relationship Id="rId15" Type="http://schemas.openxmlformats.org/officeDocument/2006/relationships/image" Target="../media/image470.png"/><Relationship Id="rId23" Type="http://schemas.openxmlformats.org/officeDocument/2006/relationships/image" Target="../media/image51.png"/><Relationship Id="rId28" Type="http://schemas.openxmlformats.org/officeDocument/2006/relationships/customXml" Target="../ink/ink21.xml"/><Relationship Id="rId10" Type="http://schemas.openxmlformats.org/officeDocument/2006/relationships/customXml" Target="../ink/ink12.xml"/><Relationship Id="rId19" Type="http://schemas.openxmlformats.org/officeDocument/2006/relationships/image" Target="../media/image49.png"/><Relationship Id="rId31" Type="http://schemas.openxmlformats.org/officeDocument/2006/relationships/image" Target="../media/image55.png"/><Relationship Id="rId4" Type="http://schemas.openxmlformats.org/officeDocument/2006/relationships/customXml" Target="../ink/ink9.xml"/><Relationship Id="rId9" Type="http://schemas.openxmlformats.org/officeDocument/2006/relationships/image" Target="../media/image440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53.png"/><Relationship Id="rId30" Type="http://schemas.openxmlformats.org/officeDocument/2006/relationships/customXml" Target="../ink/ink22.xml"/><Relationship Id="rId8" Type="http://schemas.openxmlformats.org/officeDocument/2006/relationships/customXml" Target="../ink/ink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png"/><Relationship Id="rId7" Type="http://schemas.openxmlformats.org/officeDocument/2006/relationships/image" Target="../media/image16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66.svg"/><Relationship Id="rId10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68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microsoft.com/office/2007/relationships/hdphoto" Target="../media/hdphoto1.wdp"/><Relationship Id="rId7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820C3D-E0C5-190E-CA4F-49DC7E59E018}"/>
              </a:ext>
            </a:extLst>
          </p:cNvPr>
          <p:cNvSpPr/>
          <p:nvPr/>
        </p:nvSpPr>
        <p:spPr>
          <a:xfrm>
            <a:off x="3096471" y="2487316"/>
            <a:ext cx="8339328" cy="2322576"/>
          </a:xfrm>
          <a:prstGeom prst="rect">
            <a:avLst/>
          </a:prstGeom>
          <a:gradFill>
            <a:gsLst>
              <a:gs pos="84000">
                <a:srgbClr val="6750A4"/>
              </a:gs>
              <a:gs pos="100000">
                <a:srgbClr val="5E4B9B"/>
              </a:gs>
              <a:gs pos="0">
                <a:srgbClr val="C2B9D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057225C-7B0D-8E01-0675-10B84922B4D1}"/>
              </a:ext>
            </a:extLst>
          </p:cNvPr>
          <p:cNvGrpSpPr/>
          <p:nvPr/>
        </p:nvGrpSpPr>
        <p:grpSpPr>
          <a:xfrm>
            <a:off x="2748384" y="1988966"/>
            <a:ext cx="9035502" cy="3141635"/>
            <a:chOff x="2779284" y="2061537"/>
            <a:chExt cx="9035502" cy="3141635"/>
          </a:xfrm>
          <a:solidFill>
            <a:srgbClr val="5E4B9B">
              <a:alpha val="34000"/>
            </a:srgbClr>
          </a:solidFill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76AE65F-8669-F48B-ED92-0C842750A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4117239" y="2421453"/>
              <a:ext cx="487008" cy="487008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AC0D31E-766D-5F23-2585-2FA20DEBC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3413700" y="2189927"/>
              <a:ext cx="487008" cy="48700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B8FAB48-98A2-6138-31E6-CC2CF1F3A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2779284" y="3475192"/>
              <a:ext cx="487008" cy="48700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295AAC8-D28A-7982-54B1-10DE1935D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3752400" y="3069094"/>
              <a:ext cx="487008" cy="487008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AA05ACC2-7B31-53D4-40F3-523881A73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3055904" y="2849055"/>
              <a:ext cx="434623" cy="434623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770464A4-2ABA-BB2A-0D07-8A13E2964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4842275" y="2755765"/>
              <a:ext cx="434623" cy="434623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B4B956A-18BF-3F7A-47AC-AAE4BE63D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5793789" y="2404559"/>
              <a:ext cx="434623" cy="434623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5C326919-FA48-E2F6-8EBB-C548DA3B6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159672" y="2061537"/>
              <a:ext cx="487008" cy="487008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B067E3A8-B175-2666-2D2F-AB6C913A4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5125984" y="3662425"/>
              <a:ext cx="487008" cy="487008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8E4D7CC9-0A72-E77F-1545-0793A906B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4422445" y="3430899"/>
              <a:ext cx="487008" cy="487008"/>
            </a:xfrm>
            <a:prstGeom prst="rect">
              <a:avLst/>
            </a:prstGeom>
          </p:spPr>
        </p:pic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992C601F-7436-0794-1B9C-096D779C6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3788029" y="4716164"/>
              <a:ext cx="487008" cy="487008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DA3FE214-1CDF-D831-C425-0BB012938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4761145" y="4310066"/>
              <a:ext cx="487008" cy="487008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E8FAD022-218B-B002-EAAE-F35DDB67C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3446583" y="3791092"/>
              <a:ext cx="487008" cy="487008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1E123A64-ED1A-4352-963B-CF3A3C195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3113135" y="4441232"/>
              <a:ext cx="434623" cy="434623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BF6FCB3C-5F90-BCCF-CC63-9DFB6D3C1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4064649" y="4090027"/>
              <a:ext cx="434623" cy="434623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3F66C52E-945C-6251-BBF3-841A1DCA9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5540716" y="3037142"/>
              <a:ext cx="487008" cy="487008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D79D6343-661A-CC3B-992D-207114FA0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6513832" y="2631044"/>
              <a:ext cx="487008" cy="487008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34E14E53-5E86-BC0D-88BC-D30827ACC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863869" y="3217929"/>
              <a:ext cx="487008" cy="48700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D5958DAE-FFB0-C22B-8B76-1F257EFDD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5851020" y="3996737"/>
              <a:ext cx="434623" cy="434623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5B270128-1456-1F88-50AA-7F9E43071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6802534" y="3645531"/>
              <a:ext cx="434623" cy="434623"/>
            </a:xfrm>
            <a:prstGeom prst="rect">
              <a:avLst/>
            </a:pr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9B78717E-2049-D0AA-1F75-7782BCB96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7144278" y="2942317"/>
              <a:ext cx="487008" cy="487008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9719A443-2032-CFEB-0532-07A2BB2A4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6168417" y="3302509"/>
              <a:ext cx="487008" cy="487008"/>
            </a:xfrm>
            <a:prstGeom prst="rect">
              <a:avLst/>
            </a:prstGeom>
          </p:spPr>
        </p:pic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7EB8D137-C6F5-AAC7-268F-C88F2148E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176018" y="4503327"/>
              <a:ext cx="487008" cy="487008"/>
            </a:xfrm>
            <a:prstGeom prst="rect">
              <a:avLst/>
            </a:prstGeom>
          </p:spPr>
        </p:pic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903A29BE-44FF-1907-00E7-2F741C2D7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6472479" y="4271801"/>
              <a:ext cx="487008" cy="487008"/>
            </a:xfrm>
            <a:prstGeom prst="rect">
              <a:avLst/>
            </a:prstGeom>
          </p:spPr>
        </p:pic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CC3F01A4-BF8E-FFF4-42A1-BFAC5BB5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496617" y="4631994"/>
              <a:ext cx="487008" cy="487008"/>
            </a:xfrm>
            <a:prstGeom prst="rect">
              <a:avLst/>
            </a:prstGeom>
          </p:spPr>
        </p:pic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65C0D7DD-F570-D50A-9AAB-34122B096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7590750" y="3878044"/>
              <a:ext cx="487008" cy="487008"/>
            </a:xfrm>
            <a:prstGeom prst="rect">
              <a:avLst/>
            </a:prstGeom>
          </p:spPr>
        </p:pic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E9F14C-E968-9A68-2BAF-D84D67366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8563866" y="3471946"/>
              <a:ext cx="487008" cy="487008"/>
            </a:xfrm>
            <a:prstGeom prst="rect">
              <a:avLst/>
            </a:prstGeom>
          </p:spPr>
        </p:pic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B2C0E708-700A-C399-E257-1B85C1866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9913903" y="4058831"/>
              <a:ext cx="487008" cy="487008"/>
            </a:xfrm>
            <a:prstGeom prst="rect">
              <a:avLst/>
            </a:prstGeom>
          </p:spPr>
        </p:pic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DDECEBF2-BC47-053E-833E-D85902592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8852568" y="4486433"/>
              <a:ext cx="434623" cy="434623"/>
            </a:xfrm>
            <a:prstGeom prst="rect">
              <a:avLst/>
            </a:prstGeom>
          </p:spPr>
        </p:pic>
        <p:pic>
          <p:nvPicPr>
            <p:cNvPr id="102" name="Graphic 101">
              <a:extLst>
                <a:ext uri="{FF2B5EF4-FFF2-40B4-BE49-F238E27FC236}">
                  <a16:creationId xmlns:a16="http://schemas.microsoft.com/office/drawing/2014/main" id="{72B475D1-F0EE-AA02-5C60-1E41648A2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9194312" y="3783219"/>
              <a:ext cx="487008" cy="487008"/>
            </a:xfrm>
            <a:prstGeom prst="rect">
              <a:avLst/>
            </a:prstGeom>
          </p:spPr>
        </p:pic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5E564DC2-BF00-A596-9794-72230AA2F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8218451" y="4143411"/>
              <a:ext cx="487008" cy="487008"/>
            </a:xfrm>
            <a:prstGeom prst="rect">
              <a:avLst/>
            </a:prstGeom>
          </p:spPr>
        </p:pic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42A197A7-2A7D-991F-0994-A2C8EC368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8266063" y="2582273"/>
              <a:ext cx="487008" cy="487008"/>
            </a:xfrm>
            <a:prstGeom prst="rect">
              <a:avLst/>
            </a:prstGeom>
          </p:spPr>
        </p:pic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5ED410F0-540E-772B-337A-1FDD862F5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7591169" y="2307341"/>
              <a:ext cx="434623" cy="434623"/>
            </a:xfrm>
            <a:prstGeom prst="rect">
              <a:avLst/>
            </a:prstGeom>
          </p:spPr>
        </p:pic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9B23473A-653B-3945-6C25-367AE7196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9730576" y="3146758"/>
              <a:ext cx="487008" cy="487008"/>
            </a:xfrm>
            <a:prstGeom prst="rect">
              <a:avLst/>
            </a:prstGeom>
          </p:spPr>
        </p:pic>
        <p:pic>
          <p:nvPicPr>
            <p:cNvPr id="123" name="Graphic 122">
              <a:extLst>
                <a:ext uri="{FF2B5EF4-FFF2-40B4-BE49-F238E27FC236}">
                  <a16:creationId xmlns:a16="http://schemas.microsoft.com/office/drawing/2014/main" id="{B988E885-F645-034A-DE95-F4AD0CA77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10703692" y="2740660"/>
              <a:ext cx="487008" cy="487008"/>
            </a:xfrm>
            <a:prstGeom prst="rect">
              <a:avLst/>
            </a:prstGeom>
          </p:spPr>
        </p:pic>
        <p:pic>
          <p:nvPicPr>
            <p:cNvPr id="124" name="Graphic 123">
              <a:extLst>
                <a:ext uri="{FF2B5EF4-FFF2-40B4-BE49-F238E27FC236}">
                  <a16:creationId xmlns:a16="http://schemas.microsoft.com/office/drawing/2014/main" id="{A6956EA3-E74C-0BD2-309A-F33F5DDFD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9389130" y="2221686"/>
              <a:ext cx="487008" cy="487008"/>
            </a:xfrm>
            <a:prstGeom prst="rect">
              <a:avLst/>
            </a:prstGeom>
          </p:spPr>
        </p:pic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6F5FE343-7EA2-3CE8-2FCF-CB70C67FE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9055682" y="2871826"/>
              <a:ext cx="434623" cy="434623"/>
            </a:xfrm>
            <a:prstGeom prst="rect">
              <a:avLst/>
            </a:prstGeom>
          </p:spPr>
        </p:pic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A9C59977-A97C-DB01-4EA2-973F9DF0D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007196" y="2520621"/>
              <a:ext cx="434623" cy="434623"/>
            </a:xfrm>
            <a:prstGeom prst="rect">
              <a:avLst/>
            </a:prstGeom>
          </p:spPr>
        </p:pic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07797BC3-1CE2-8503-7C33-C5070F270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11103543" y="3757574"/>
              <a:ext cx="487008" cy="487008"/>
            </a:xfrm>
            <a:prstGeom prst="rect">
              <a:avLst/>
            </a:prstGeom>
          </p:spPr>
        </p:pic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C5E2015C-B2DC-69A6-7937-E2813E48F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10428649" y="3482642"/>
              <a:ext cx="434623" cy="434623"/>
            </a:xfrm>
            <a:prstGeom prst="rect">
              <a:avLst/>
            </a:prstGeom>
          </p:spPr>
        </p:pic>
        <p:pic>
          <p:nvPicPr>
            <p:cNvPr id="141" name="Graphic 140">
              <a:extLst>
                <a:ext uri="{FF2B5EF4-FFF2-40B4-BE49-F238E27FC236}">
                  <a16:creationId xmlns:a16="http://schemas.microsoft.com/office/drawing/2014/main" id="{5843C75D-DEB3-0748-F526-27BB8D401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1380163" y="3131437"/>
              <a:ext cx="434623" cy="434623"/>
            </a:xfrm>
            <a:prstGeom prst="rect">
              <a:avLst/>
            </a:prstGeom>
          </p:spPr>
        </p:pic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69448F4D-6D00-E751-D05E-FB4C57169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675509" y="4494800"/>
              <a:ext cx="434623" cy="434623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0BA4866F-AB4E-D089-CA06-6836BCD91B9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33439" y="2909799"/>
            <a:ext cx="1442258" cy="1442258"/>
          </a:xfrm>
          <a:prstGeom prst="rect">
            <a:avLst/>
          </a:prstGeom>
          <a:effectLst>
            <a:glow rad="1905000">
              <a:schemeClr val="bg1">
                <a:alpha val="40000"/>
              </a:schemeClr>
            </a:glow>
            <a:outerShdw blurRad="50800" dist="50800" dir="5400000" algn="ctr" rotWithShape="0">
              <a:srgbClr val="000000">
                <a:alpha val="38000"/>
              </a:srgbClr>
            </a:outerShdw>
            <a:reflection stA="0" endPos="65000" dist="50800" dir="5400000" sy="-100000" algn="bl" rotWithShape="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EFEE8B6-FC45-0142-94B0-30C6FECB4C0C}"/>
                  </a:ext>
                </a:extLst>
              </p14:cNvPr>
              <p14:cNvContentPartPr/>
              <p14:nvPr/>
            </p14:nvContentPartPr>
            <p14:xfrm>
              <a:off x="5658055" y="1090415"/>
              <a:ext cx="516960" cy="373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EFEE8B6-FC45-0142-94B0-30C6FECB4C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49055" y="1081415"/>
                <a:ext cx="53460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4CBDD0F-9D8B-4A54-1E72-2F37F3FCCE17}"/>
                  </a:ext>
                </a:extLst>
              </p14:cNvPr>
              <p14:cNvContentPartPr/>
              <p14:nvPr/>
            </p14:nvContentPartPr>
            <p14:xfrm>
              <a:off x="5818975" y="1198415"/>
              <a:ext cx="124200" cy="1944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4CBDD0F-9D8B-4A54-1E72-2F37F3FCCE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09975" y="1189415"/>
                <a:ext cx="1418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39A1A35-C7A5-C490-AF2D-C73A53F565CC}"/>
                  </a:ext>
                </a:extLst>
              </p14:cNvPr>
              <p14:cNvContentPartPr/>
              <p14:nvPr/>
            </p14:nvContentPartPr>
            <p14:xfrm>
              <a:off x="6337735" y="1547255"/>
              <a:ext cx="542880" cy="457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39A1A35-C7A5-C490-AF2D-C73A53F565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28735" y="1538615"/>
                <a:ext cx="5605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3CEF764-CAA3-40B1-8F08-AEE7FCA49D2D}"/>
                  </a:ext>
                </a:extLst>
              </p14:cNvPr>
              <p14:cNvContentPartPr/>
              <p14:nvPr/>
            </p14:nvContentPartPr>
            <p14:xfrm>
              <a:off x="6455095" y="812855"/>
              <a:ext cx="765000" cy="755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3CEF764-CAA3-40B1-8F08-AEE7FCA49D2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46095" y="804215"/>
                <a:ext cx="782640" cy="77292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2DA411F-1AEB-18E1-7F8A-3B485ED7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748" y="2927612"/>
            <a:ext cx="4026668" cy="144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59278626-242A-9983-52DB-51001D9E88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229054" y="5111984"/>
            <a:ext cx="1442258" cy="1442258"/>
          </a:xfrm>
          <a:prstGeom prst="rect">
            <a:avLst/>
          </a:prstGeom>
          <a:effectLst>
            <a:glow rad="1905000">
              <a:srgbClr val="C2B9DD">
                <a:alpha val="92000"/>
              </a:srgbClr>
            </a:glow>
            <a:outerShdw blurRad="50800" dist="50800" dir="5400000" algn="ctr" rotWithShape="0">
              <a:srgbClr val="000000">
                <a:alpha val="38000"/>
              </a:srgbClr>
            </a:outerShd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6713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2304-50FA-38E3-38B7-137A8F42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9021D1-C0AB-DB95-D69A-A565634B02FF}"/>
              </a:ext>
            </a:extLst>
          </p:cNvPr>
          <p:cNvSpPr/>
          <p:nvPr/>
        </p:nvSpPr>
        <p:spPr>
          <a:xfrm>
            <a:off x="3096471" y="2487316"/>
            <a:ext cx="8339328" cy="2322576"/>
          </a:xfrm>
          <a:prstGeom prst="rect">
            <a:avLst/>
          </a:prstGeom>
          <a:gradFill>
            <a:gsLst>
              <a:gs pos="84000">
                <a:srgbClr val="6750A4"/>
              </a:gs>
              <a:gs pos="100000">
                <a:srgbClr val="5E4B9B"/>
              </a:gs>
              <a:gs pos="0">
                <a:srgbClr val="C2B9D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7C3D10A-3C13-CFCB-9463-E45CC95A76BB}"/>
              </a:ext>
            </a:extLst>
          </p:cNvPr>
          <p:cNvGrpSpPr/>
          <p:nvPr/>
        </p:nvGrpSpPr>
        <p:grpSpPr>
          <a:xfrm>
            <a:off x="2748384" y="1988966"/>
            <a:ext cx="9035502" cy="3141635"/>
            <a:chOff x="2779284" y="2061537"/>
            <a:chExt cx="9035502" cy="3141635"/>
          </a:xfrm>
          <a:solidFill>
            <a:srgbClr val="5E4B9B">
              <a:alpha val="34000"/>
            </a:srgbClr>
          </a:solidFill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1F65B0A-F9F2-7A41-C569-94872CB7D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4117239" y="2421453"/>
              <a:ext cx="487008" cy="487008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D7A4615-8322-C053-D45C-793CCAFA4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3413700" y="2189927"/>
              <a:ext cx="487008" cy="48700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D94BB8F-8DD1-2EBC-624F-8A9EC3E54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2779284" y="3475192"/>
              <a:ext cx="487008" cy="48700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6C31BED-3EDC-5A10-1914-C7179B459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3752400" y="3069094"/>
              <a:ext cx="487008" cy="487008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68C7980-E3AE-FD6A-BC14-2771F44BF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3055904" y="2849055"/>
              <a:ext cx="434623" cy="434623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FD5AA293-E6C8-6455-D566-C3351396F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4842275" y="2755765"/>
              <a:ext cx="434623" cy="434623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46CDA60B-E52B-9BB5-3FFB-3363DAA47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5793789" y="2404559"/>
              <a:ext cx="434623" cy="434623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912BE51E-FAB6-791F-BEEB-7A3B6D7AA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159672" y="2061537"/>
              <a:ext cx="487008" cy="487008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A4DD67E-1E7F-DF25-6838-550F840FC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5125984" y="3662425"/>
              <a:ext cx="487008" cy="487008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EF0DFC8B-90AC-45FC-B512-E92F95A12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4422445" y="3430899"/>
              <a:ext cx="487008" cy="487008"/>
            </a:xfrm>
            <a:prstGeom prst="rect">
              <a:avLst/>
            </a:prstGeom>
          </p:spPr>
        </p:pic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03553F99-22A4-97E1-ABDA-3FD18B9CB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3788029" y="4716164"/>
              <a:ext cx="487008" cy="487008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845CCBE2-F4B2-E865-4665-D143A6E5D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4761145" y="4310066"/>
              <a:ext cx="487008" cy="487008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2A2DC809-C063-7F83-1B03-E74C09473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3446583" y="3791092"/>
              <a:ext cx="487008" cy="487008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CE1212C2-9C82-79B3-1A1A-D60302C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3113135" y="4441232"/>
              <a:ext cx="434623" cy="434623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EE62F62E-E525-BBB8-BDC0-EB3442524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4064649" y="4090027"/>
              <a:ext cx="434623" cy="434623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9BBA579-D38C-723F-4ACB-D81C68635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5540716" y="3037142"/>
              <a:ext cx="487008" cy="487008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88357810-BA6D-D743-5688-86DFE2EAB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6513832" y="2631044"/>
              <a:ext cx="487008" cy="487008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7A52F2D3-7C1A-F457-4322-E6EC10F3C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863869" y="3217929"/>
              <a:ext cx="487008" cy="48700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AA7EAE86-692B-03CA-662C-23D3BDE03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5851020" y="3996737"/>
              <a:ext cx="434623" cy="434623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836D30FF-7095-95B9-E0E9-CB1D61A87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6802534" y="3645531"/>
              <a:ext cx="434623" cy="434623"/>
            </a:xfrm>
            <a:prstGeom prst="rect">
              <a:avLst/>
            </a:pr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02344F73-1BF9-2991-57A1-121C66A6F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7144278" y="2942317"/>
              <a:ext cx="487008" cy="487008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112B190B-6BCB-C824-72D4-D66138689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6168417" y="3302509"/>
              <a:ext cx="487008" cy="487008"/>
            </a:xfrm>
            <a:prstGeom prst="rect">
              <a:avLst/>
            </a:prstGeom>
          </p:spPr>
        </p:pic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990F2365-C2B8-A770-FA01-D3A707181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176018" y="4503327"/>
              <a:ext cx="487008" cy="487008"/>
            </a:xfrm>
            <a:prstGeom prst="rect">
              <a:avLst/>
            </a:prstGeom>
          </p:spPr>
        </p:pic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8972D9D2-4D14-160F-C19D-2335AD087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6472479" y="4271801"/>
              <a:ext cx="487008" cy="487008"/>
            </a:xfrm>
            <a:prstGeom prst="rect">
              <a:avLst/>
            </a:prstGeom>
          </p:spPr>
        </p:pic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BFD0F4B2-010C-6406-6751-820CCC746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496617" y="4631994"/>
              <a:ext cx="487008" cy="487008"/>
            </a:xfrm>
            <a:prstGeom prst="rect">
              <a:avLst/>
            </a:prstGeom>
          </p:spPr>
        </p:pic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31C61115-4E72-EB91-FB3D-1AEBBAEE3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7590750" y="3878044"/>
              <a:ext cx="487008" cy="487008"/>
            </a:xfrm>
            <a:prstGeom prst="rect">
              <a:avLst/>
            </a:prstGeom>
          </p:spPr>
        </p:pic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FEDE03D2-182C-5CEA-35A0-6701727E1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8563866" y="3471946"/>
              <a:ext cx="487008" cy="487008"/>
            </a:xfrm>
            <a:prstGeom prst="rect">
              <a:avLst/>
            </a:prstGeom>
          </p:spPr>
        </p:pic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7EE0F478-8544-EC9E-6763-566396D4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9913903" y="4058831"/>
              <a:ext cx="487008" cy="487008"/>
            </a:xfrm>
            <a:prstGeom prst="rect">
              <a:avLst/>
            </a:prstGeom>
          </p:spPr>
        </p:pic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A8523A79-4506-ED7E-51D0-A8FF9238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8852568" y="4486433"/>
              <a:ext cx="434623" cy="434623"/>
            </a:xfrm>
            <a:prstGeom prst="rect">
              <a:avLst/>
            </a:prstGeom>
          </p:spPr>
        </p:pic>
        <p:pic>
          <p:nvPicPr>
            <p:cNvPr id="102" name="Graphic 101">
              <a:extLst>
                <a:ext uri="{FF2B5EF4-FFF2-40B4-BE49-F238E27FC236}">
                  <a16:creationId xmlns:a16="http://schemas.microsoft.com/office/drawing/2014/main" id="{13719AA8-34CA-7CB5-B133-3F3A8A67B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9194312" y="3783219"/>
              <a:ext cx="487008" cy="487008"/>
            </a:xfrm>
            <a:prstGeom prst="rect">
              <a:avLst/>
            </a:prstGeom>
          </p:spPr>
        </p:pic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A7901A4C-7C04-7FFD-03B1-96AAB05EC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8218451" y="4143411"/>
              <a:ext cx="487008" cy="487008"/>
            </a:xfrm>
            <a:prstGeom prst="rect">
              <a:avLst/>
            </a:prstGeom>
          </p:spPr>
        </p:pic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3A9CC551-26FA-1E73-2AD5-F514E7690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8266063" y="2582273"/>
              <a:ext cx="487008" cy="487008"/>
            </a:xfrm>
            <a:prstGeom prst="rect">
              <a:avLst/>
            </a:prstGeom>
          </p:spPr>
        </p:pic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C0122231-4906-7E46-F00D-D5F944257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7591169" y="2307341"/>
              <a:ext cx="434623" cy="434623"/>
            </a:xfrm>
            <a:prstGeom prst="rect">
              <a:avLst/>
            </a:prstGeom>
          </p:spPr>
        </p:pic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7B7EBA70-E249-C4F8-0E2B-3140CB426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9730576" y="3146758"/>
              <a:ext cx="487008" cy="487008"/>
            </a:xfrm>
            <a:prstGeom prst="rect">
              <a:avLst/>
            </a:prstGeom>
          </p:spPr>
        </p:pic>
        <p:pic>
          <p:nvPicPr>
            <p:cNvPr id="123" name="Graphic 122">
              <a:extLst>
                <a:ext uri="{FF2B5EF4-FFF2-40B4-BE49-F238E27FC236}">
                  <a16:creationId xmlns:a16="http://schemas.microsoft.com/office/drawing/2014/main" id="{2BE0268E-688E-FBEF-7B60-81B880AB3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10703692" y="2740660"/>
              <a:ext cx="487008" cy="487008"/>
            </a:xfrm>
            <a:prstGeom prst="rect">
              <a:avLst/>
            </a:prstGeom>
          </p:spPr>
        </p:pic>
        <p:pic>
          <p:nvPicPr>
            <p:cNvPr id="124" name="Graphic 123">
              <a:extLst>
                <a:ext uri="{FF2B5EF4-FFF2-40B4-BE49-F238E27FC236}">
                  <a16:creationId xmlns:a16="http://schemas.microsoft.com/office/drawing/2014/main" id="{BE63D297-9B5D-35F3-1261-9AA2C91F4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9389130" y="2221686"/>
              <a:ext cx="487008" cy="487008"/>
            </a:xfrm>
            <a:prstGeom prst="rect">
              <a:avLst/>
            </a:prstGeom>
          </p:spPr>
        </p:pic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60055D2A-F16A-0346-F101-41445540A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9055682" y="2871826"/>
              <a:ext cx="434623" cy="434623"/>
            </a:xfrm>
            <a:prstGeom prst="rect">
              <a:avLst/>
            </a:prstGeom>
          </p:spPr>
        </p:pic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2A2AD005-DF08-6065-4D00-F950A2F98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007196" y="2520621"/>
              <a:ext cx="434623" cy="434623"/>
            </a:xfrm>
            <a:prstGeom prst="rect">
              <a:avLst/>
            </a:prstGeom>
          </p:spPr>
        </p:pic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C815185A-7E5E-36D6-C89D-BDDDB26BA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11103543" y="3757574"/>
              <a:ext cx="487008" cy="487008"/>
            </a:xfrm>
            <a:prstGeom prst="rect">
              <a:avLst/>
            </a:prstGeom>
          </p:spPr>
        </p:pic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599F01DE-1119-628A-523E-91D37C768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10428649" y="3482642"/>
              <a:ext cx="434623" cy="434623"/>
            </a:xfrm>
            <a:prstGeom prst="rect">
              <a:avLst/>
            </a:prstGeom>
          </p:spPr>
        </p:pic>
        <p:pic>
          <p:nvPicPr>
            <p:cNvPr id="141" name="Graphic 140">
              <a:extLst>
                <a:ext uri="{FF2B5EF4-FFF2-40B4-BE49-F238E27FC236}">
                  <a16:creationId xmlns:a16="http://schemas.microsoft.com/office/drawing/2014/main" id="{1CBB8DC3-2F06-3D16-875C-68A0D0907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1380163" y="3131437"/>
              <a:ext cx="434623" cy="434623"/>
            </a:xfrm>
            <a:prstGeom prst="rect">
              <a:avLst/>
            </a:prstGeom>
          </p:spPr>
        </p:pic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E29FDEB4-5F71-5C7F-40AA-65DFADA77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675509" y="4494800"/>
              <a:ext cx="434623" cy="43462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3861790-0E99-CD73-A698-E6E43280ADC8}"/>
                  </a:ext>
                </a:extLst>
              </p14:cNvPr>
              <p14:cNvContentPartPr/>
              <p14:nvPr/>
            </p14:nvContentPartPr>
            <p14:xfrm>
              <a:off x="5658055" y="1090415"/>
              <a:ext cx="516960" cy="3736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3861790-0E99-CD73-A698-E6E43280AD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49055" y="1081424"/>
                <a:ext cx="534600" cy="391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0BDD71B-EAC0-576E-203C-FCE0A4FFBF0B}"/>
                  </a:ext>
                </a:extLst>
              </p14:cNvPr>
              <p14:cNvContentPartPr/>
              <p14:nvPr/>
            </p14:nvContentPartPr>
            <p14:xfrm>
              <a:off x="5818975" y="1198415"/>
              <a:ext cx="124200" cy="1944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0BDD71B-EAC0-576E-203C-FCE0A4FFBF0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09975" y="1189415"/>
                <a:ext cx="1418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5806A3A-78E6-3891-F15B-E3EEB6F2B50A}"/>
                  </a:ext>
                </a:extLst>
              </p14:cNvPr>
              <p14:cNvContentPartPr/>
              <p14:nvPr/>
            </p14:nvContentPartPr>
            <p14:xfrm>
              <a:off x="6337735" y="1547255"/>
              <a:ext cx="542880" cy="4575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5806A3A-78E6-3891-F15B-E3EEB6F2B5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28735" y="1538255"/>
                <a:ext cx="5605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351D47C-3235-3A50-EA6D-1627BCF4CFA3}"/>
                  </a:ext>
                </a:extLst>
              </p14:cNvPr>
              <p14:cNvContentPartPr/>
              <p14:nvPr/>
            </p14:nvContentPartPr>
            <p14:xfrm>
              <a:off x="6455095" y="812855"/>
              <a:ext cx="765000" cy="7552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351D47C-3235-3A50-EA6D-1627BCF4CF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46099" y="803851"/>
                <a:ext cx="782632" cy="772928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249F46F4-C8BC-EF06-06AA-A54D98F626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82860" y="3029611"/>
            <a:ext cx="3525511" cy="1644051"/>
          </a:xfrm>
          <a:prstGeom prst="rect">
            <a:avLst/>
          </a:prstGeom>
          <a:effectLst>
            <a:glow rad="1905000">
              <a:srgbClr val="D2BEFF">
                <a:alpha val="40000"/>
              </a:srgbClr>
            </a:glow>
            <a:outerShdw blurRad="50800" dist="50800" dir="5400000" algn="ctr" rotWithShape="0">
              <a:srgbClr val="000000">
                <a:alpha val="60000"/>
              </a:srgbClr>
            </a:outerShdw>
            <a:reflection stA="99000" endPos="65000" dist="50800" dir="5400000" sy="-100000" algn="bl" rotWithShape="0"/>
          </a:effec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6E381A8A-8D48-6C7A-5720-8FE333450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956" y="2601687"/>
            <a:ext cx="1540593" cy="55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E7A28D5-7FD0-2BE5-5404-89FA0C38BC3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027473" y="2604644"/>
            <a:ext cx="504879" cy="50487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95D5C6B-2227-A8DF-F618-247A73FCDFF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68759" y="3533791"/>
            <a:ext cx="2366111" cy="79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3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9B5FBC-FC5A-0F82-5243-3B36F8731E35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solidFill>
            <a:srgbClr val="302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EB71EB1-6206-18A0-C618-2C8A4E6713BA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 rad="1905000"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602A5D-0DB9-6BB6-17A3-FDAC51BF0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07" y="3634128"/>
            <a:ext cx="270269" cy="2831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979396-5631-2F7D-F53D-1F7E305A4138}"/>
              </a:ext>
            </a:extLst>
          </p:cNvPr>
          <p:cNvSpPr txBox="1"/>
          <p:nvPr/>
        </p:nvSpPr>
        <p:spPr>
          <a:xfrm>
            <a:off x="3440906" y="360770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Clock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837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7CEA-9CEB-F709-0698-2ADC808B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4D3E57-A66F-887E-42DD-E81D0D5AC74A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5EACDA-7F8B-C8FB-7E74-D4E8C64BD20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F21F883-4DE8-3183-8F11-8C82D49E5796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2391CB-8F63-0234-5227-EA28A0D3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07" y="3634128"/>
            <a:ext cx="270269" cy="2831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A93FDB-69F9-3546-A44F-46CE42A26526}"/>
              </a:ext>
            </a:extLst>
          </p:cNvPr>
          <p:cNvSpPr txBox="1"/>
          <p:nvPr/>
        </p:nvSpPr>
        <p:spPr>
          <a:xfrm>
            <a:off x="3440906" y="360770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Clock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701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B6DE-F6D1-C4B6-CCBF-22D97EE4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94284E-81FA-6151-191A-B4023747C8C1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D6FA8E-ED68-F7A5-7B5D-4A084BCECB4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B4B7193-F3E6-7AD9-A353-572414076C1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034E4-6293-5D88-DDAF-2EEFD0CD7C83}"/>
              </a:ext>
            </a:extLst>
          </p:cNvPr>
          <p:cNvSpPr txBox="1"/>
          <p:nvPr/>
        </p:nvSpPr>
        <p:spPr>
          <a:xfrm>
            <a:off x="3440906" y="3607700"/>
            <a:ext cx="70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94235-B33C-DF8A-A639-25530408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834" y="3643312"/>
            <a:ext cx="259311" cy="2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1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12F7-EE4E-58D3-82C0-2EA70CAE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EF8226-AB2A-E42B-74C0-290B51EE3B63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AEEB66-D555-A7AD-0755-A509D75F691B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E59C2C1-DB01-5F68-96FC-F0ECB33629EA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767ECE-1ECE-96F7-705A-365277F0D96F}"/>
              </a:ext>
            </a:extLst>
          </p:cNvPr>
          <p:cNvSpPr txBox="1"/>
          <p:nvPr/>
        </p:nvSpPr>
        <p:spPr>
          <a:xfrm>
            <a:off x="3440906" y="3607700"/>
            <a:ext cx="1580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Temperature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31E77-AD59-7AAC-93F2-F11B6EE32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768" y="3637718"/>
            <a:ext cx="241184" cy="28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2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5773-0990-2CFC-9C70-A722E11D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058FE9-5F98-9665-9485-F17F91DFFBA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AE8B14-24C6-4189-BB1C-50EA211C04FC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712381B-5176-B1F1-53E4-A7737E42AFC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F9187-2864-4EA3-D52D-186027CC7BE1}"/>
              </a:ext>
            </a:extLst>
          </p:cNvPr>
          <p:cNvSpPr txBox="1"/>
          <p:nvPr/>
        </p:nvSpPr>
        <p:spPr>
          <a:xfrm>
            <a:off x="3440906" y="3607700"/>
            <a:ext cx="1122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Weather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9D4C7-19EC-7764-2E76-D1FB9374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363" y="3634566"/>
            <a:ext cx="287824" cy="30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E0A9-4418-59F7-5216-10612E8D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61B5EB-2797-B970-BD7A-EFF5FFDDBB16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EC3C3A-877F-4B31-1A2D-676C47BA5FB5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1C5C993-5381-C934-41D3-83273D034867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312D0-6B0E-D922-2B52-23BB5020DCDA}"/>
              </a:ext>
            </a:extLst>
          </p:cNvPr>
          <p:cNvSpPr txBox="1"/>
          <p:nvPr/>
        </p:nvSpPr>
        <p:spPr>
          <a:xfrm>
            <a:off x="3440906" y="3607700"/>
            <a:ext cx="12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Memento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45951A-F0D4-0A89-D04F-2940701E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706" y="3636278"/>
            <a:ext cx="311658" cy="2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9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985E-5494-465A-82B7-12837ED8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24CE6-CB96-27B0-A545-F42A3E9951DB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3BCA46-BC80-0316-83EB-2CE7E5EF971B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3F98F11-787C-1E46-F8C2-E0C3BD3C266E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4E103-3429-76F7-3F9E-CCED82236456}"/>
              </a:ext>
            </a:extLst>
          </p:cNvPr>
          <p:cNvSpPr txBox="1"/>
          <p:nvPr/>
        </p:nvSpPr>
        <p:spPr>
          <a:xfrm>
            <a:off x="3440906" y="3607700"/>
            <a:ext cx="258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Atmospheric Pressure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2694B-9F13-B223-6DDA-7C16FFB1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208" y="3653647"/>
            <a:ext cx="347355" cy="25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45D4-E1BF-BA78-662E-BC91E1AF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6E6F33-383C-95D0-79F5-48EACE55058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AD3EE8-1D0C-974E-7F6B-65A89BB5087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032078F-970C-0B55-F112-3BD370F758C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7867B-D146-8F9E-FB60-DC27E51DE9EE}"/>
              </a:ext>
            </a:extLst>
          </p:cNvPr>
          <p:cNvSpPr txBox="1"/>
          <p:nvPr/>
        </p:nvSpPr>
        <p:spPr>
          <a:xfrm>
            <a:off x="3440906" y="3607700"/>
            <a:ext cx="159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Screen Saver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3BC1F-94FA-6A53-66FF-BFE9A71D0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127" y="3612403"/>
            <a:ext cx="351992" cy="33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8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24A1-9BE3-70B2-1671-F395672F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E1FF03-8A94-DFA9-ED04-AA24FFDE4C28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DDB225-89E4-6F08-4B67-6F20C8A7A5F0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E46D0E7-B1E2-0F40-E695-490AE15CF146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3EAB4-9417-9970-E931-C05F0066DEC7}"/>
              </a:ext>
            </a:extLst>
          </p:cNvPr>
          <p:cNvSpPr txBox="1"/>
          <p:nvPr/>
        </p:nvSpPr>
        <p:spPr>
          <a:xfrm>
            <a:off x="3440906" y="3607700"/>
            <a:ext cx="233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Currency Standards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1D166-CC8E-1AD4-E237-962E1658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171" y="3623769"/>
            <a:ext cx="311904" cy="33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1028-2FD6-3669-4C3A-350CDF3B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CA4C1D-8226-8B18-17E4-CADC2B0B409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353478-5465-FA40-4A91-03B68271AC39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D3519D1-DD11-706C-C6C7-0A0EA2BACDF5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CBB4F-97B0-CB66-1FA4-35A13C94436F}"/>
              </a:ext>
            </a:extLst>
          </p:cNvPr>
          <p:cNvSpPr txBox="1"/>
          <p:nvPr/>
        </p:nvSpPr>
        <p:spPr>
          <a:xfrm>
            <a:off x="3440906" y="3607700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Notifications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047C6-2A45-95E8-F62E-171C7D56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868" y="3637111"/>
            <a:ext cx="289495" cy="3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65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0895-AF79-136F-F6E7-C598F636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CAFFE3-0C4A-4C12-15DB-6683DE3E4D12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3DF322-B450-3459-EA6A-797AB7CEAEEC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EFDD1C6-9175-1E62-9FCA-181EC3F20143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5D240-52B7-EA75-9FC5-E15B4B85439C}"/>
              </a:ext>
            </a:extLst>
          </p:cNvPr>
          <p:cNvSpPr txBox="1"/>
          <p:nvPr/>
        </p:nvSpPr>
        <p:spPr>
          <a:xfrm>
            <a:off x="3440906" y="36077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Timer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4D94E5-8C2E-70C5-1199-A56614C69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04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E2D1-A2D6-FA38-7FB8-320D5D78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403CA7-50C1-0539-7341-BFA6DE59EAAD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EBFA51-2EB3-4EF7-7A8E-D395B9917FED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46FDB93-134F-0CAF-10F2-CC05ACC625D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7192B9-3674-679B-8DE4-81C10DCD5FC6}"/>
              </a:ext>
            </a:extLst>
          </p:cNvPr>
          <p:cNvSpPr txBox="1"/>
          <p:nvPr/>
        </p:nvSpPr>
        <p:spPr>
          <a:xfrm>
            <a:off x="3440906" y="3607700"/>
            <a:ext cx="141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Stopwatch 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4F2B3-0A1A-D180-907D-5BBEDB24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12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8170-8372-258F-BC08-EE50FEE8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1F0801-ABE5-C2A9-2847-A05B0406E6C6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F4CE8D-8F4C-32CE-3A06-0C5F259A0F5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0F85107-8226-B25B-9520-8F3C5CCC99E8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FE1EA-3AB1-558D-F8BA-3EBEBF37A3B7}"/>
              </a:ext>
            </a:extLst>
          </p:cNvPr>
          <p:cNvSpPr txBox="1"/>
          <p:nvPr/>
        </p:nvSpPr>
        <p:spPr>
          <a:xfrm>
            <a:off x="3440906" y="3607700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Now Playing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1EA19-F2ED-787F-3D0C-6BFAEEB1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CD756-E59D-158D-FD69-4B60C442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4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41BB6-30EB-F565-3ABB-36ADD32D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2E401F-5CD1-6446-2175-0D1790CBCFD5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BA6237-BE66-D0A0-2437-85D888FF6B0D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F9C6A3A-1B50-2B69-5B95-40151DD24AB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62290-BE62-2921-B5BE-D283DFCEC626}"/>
              </a:ext>
            </a:extLst>
          </p:cNvPr>
          <p:cNvSpPr txBox="1"/>
          <p:nvPr/>
        </p:nvSpPr>
        <p:spPr>
          <a:xfrm>
            <a:off x="3440906" y="3607700"/>
            <a:ext cx="15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ETS2 Gauge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4C9B6D-9A21-2C55-CD97-C6D4E76A0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DA8428-C487-D524-FC5F-2420B8EB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9ACFF-3A6A-022A-CFA1-26596BDE4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774" y="3649404"/>
            <a:ext cx="368697" cy="2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90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5351-1E4F-74FD-089E-CA1CBF33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F985E-5853-21D0-5BC0-CAB0D280A64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603631-B884-BE52-90B8-57E1626AAA73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06368E3-1000-DC55-DC18-4722B9DA80CB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9729C-391C-6043-54B8-2C38D132FD36}"/>
              </a:ext>
            </a:extLst>
          </p:cNvPr>
          <p:cNvSpPr txBox="1"/>
          <p:nvPr/>
        </p:nvSpPr>
        <p:spPr>
          <a:xfrm>
            <a:off x="3440906" y="3607700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Brightness &amp; Dimming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D2CA5-A956-E936-D379-DAF69459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E6A817-3673-8FD7-63E7-9786B4ED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5FB171-D2AF-9AC4-60C0-E430109AB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774" y="3649404"/>
            <a:ext cx="368697" cy="275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A847E3-3571-B31A-362F-83F5886F4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7406" y="3603716"/>
            <a:ext cx="349431" cy="3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B02D-15F5-9D1B-238E-C2DE94DB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547EE-B344-B2AB-DD07-E5684202CFF2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68C4FD-3A20-7C63-EBE4-A9E41992B2E5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194D124-5914-3AB4-13C4-F95821D14FAF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F3631-FB21-398C-C2A7-B3B9C8D9C882}"/>
              </a:ext>
            </a:extLst>
          </p:cNvPr>
          <p:cNvSpPr txBox="1"/>
          <p:nvPr/>
        </p:nvSpPr>
        <p:spPr>
          <a:xfrm>
            <a:off x="3440906" y="3607700"/>
            <a:ext cx="2480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Wi-Fi &amp; Access Point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30D01D-63F7-65B4-2994-772E3D7A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41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37C-D2D6-E6E7-2CE8-728814D7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B26503-EEC5-4C73-3224-442C378E4657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09D55-EF44-8E95-3F34-87502B0BC773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90A89753-7095-E837-6C8B-28C80D4E4C3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1E293-C104-6E47-2669-DFEF024C9BD8}"/>
              </a:ext>
            </a:extLst>
          </p:cNvPr>
          <p:cNvSpPr txBox="1"/>
          <p:nvPr/>
        </p:nvSpPr>
        <p:spPr>
          <a:xfrm>
            <a:off x="3440906" y="3607700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Account &amp; Authentication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762F42-26B7-1DF8-0552-F7767278A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175028-9F98-F970-AD6B-61F8BFC11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6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1300-0070-D584-530B-D5DE7AD8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D41107-192C-02F1-6763-79AC66D9259A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8A83B8-50C4-0B6E-B9D9-CECECDA5B462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8C517FE-1441-36EE-EABD-C2FC10947A08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13A9B-8CC6-5546-51D6-012619CEC64B}"/>
              </a:ext>
            </a:extLst>
          </p:cNvPr>
          <p:cNvSpPr txBox="1"/>
          <p:nvPr/>
        </p:nvSpPr>
        <p:spPr>
          <a:xfrm>
            <a:off x="3440906" y="3607700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Compatibility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D91D3A-8E26-E3DC-F83D-138E46A9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936C0-0812-C583-4F22-96FA5A65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8AE18-1C40-06BA-FE0C-8E40637AB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8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0991-4F6A-B9B5-3D35-1E58B89D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BE5F62-AA46-81CE-CF47-3EB7DE2D87D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5AA007-F69C-6F81-8825-231D396BCCE4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60AAD11-12C5-B060-D24E-55525BADEC8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40FF9-B48A-634D-BDE0-E1E9C092FD5C}"/>
              </a:ext>
            </a:extLst>
          </p:cNvPr>
          <p:cNvSpPr txBox="1"/>
          <p:nvPr/>
        </p:nvSpPr>
        <p:spPr>
          <a:xfrm>
            <a:off x="3440906" y="360770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Bill of Materials (BOM)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3F34BD-B701-6025-43B5-2F82105C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27A945-048F-556A-5C0A-A807E0BB5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2B4543-1279-F72A-9183-84EF2145B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E891A9-8344-1899-6CAB-6E431E1EF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A5A348-4471-949A-2BF3-382555576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62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64EA-3414-7ECE-389D-1899E870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9BDE-7B82-6E1C-5494-EC0B97D982A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73D7F8-D08E-6BE1-D724-88E265113F6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4330DA1-8365-29F8-BDE0-9F2B81F1D8D4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C0694-BFC4-C119-8CB0-C81971729AE7}"/>
              </a:ext>
            </a:extLst>
          </p:cNvPr>
          <p:cNvSpPr txBox="1"/>
          <p:nvPr/>
        </p:nvSpPr>
        <p:spPr>
          <a:xfrm>
            <a:off x="3440906" y="360770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Bill of Materials (BOM)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8EDDA7-99FB-30B8-1C1B-325BBB8E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53364-3357-AA23-CB61-6335557B5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36FCD-F214-867C-A292-71F20024B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3236ED-1AF4-D6B4-6746-652F9A33C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AC8A91-E8F9-FE88-11A0-FD4B9DA5D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55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E601-B38F-F753-962F-4BB4741E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16008-0DCC-3848-D013-7A6A59D9927A}"/>
              </a:ext>
            </a:extLst>
          </p:cNvPr>
          <p:cNvSpPr/>
          <p:nvPr/>
        </p:nvSpPr>
        <p:spPr>
          <a:xfrm>
            <a:off x="1405081" y="1611124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E7AC9E-C638-DD4D-E0D4-DFDFBB2515A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C3C6A06-88F5-4D8E-85D0-DE95467B324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6E4D3-8F73-CDFA-A139-4B53A47CC9BA}"/>
              </a:ext>
            </a:extLst>
          </p:cNvPr>
          <p:cNvSpPr txBox="1"/>
          <p:nvPr/>
        </p:nvSpPr>
        <p:spPr>
          <a:xfrm>
            <a:off x="3440906" y="3607700"/>
            <a:ext cx="401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Setting Up ETS2 Speed Integration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811092-32BD-C742-BE5B-77CBD78C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FAB6F-315B-A850-DE70-F8664D54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8301F-2183-88F7-2D9D-C83FA58E1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77DEEC-CA13-5793-6555-4CDB36830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B51432-E495-7F03-975C-1AD951C57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41670B-EC8B-8C67-492E-D008FCBE1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9076" y="3616764"/>
            <a:ext cx="355018" cy="3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23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45C10DBA-3291-B95E-F1D6-48479FE966CD}"/>
              </a:ext>
            </a:extLst>
          </p:cNvPr>
          <p:cNvSpPr/>
          <p:nvPr/>
        </p:nvSpPr>
        <p:spPr>
          <a:xfrm>
            <a:off x="2763435" y="1716643"/>
            <a:ext cx="1294200" cy="369332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509D942-3551-B66D-4AF4-E26F9FC93BF8}"/>
              </a:ext>
            </a:extLst>
          </p:cNvPr>
          <p:cNvSpPr/>
          <p:nvPr/>
        </p:nvSpPr>
        <p:spPr>
          <a:xfrm>
            <a:off x="4626734" y="4072993"/>
            <a:ext cx="1440793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20BFD79-2612-A09E-10E8-7943785E932A}"/>
              </a:ext>
            </a:extLst>
          </p:cNvPr>
          <p:cNvSpPr/>
          <p:nvPr/>
        </p:nvSpPr>
        <p:spPr>
          <a:xfrm>
            <a:off x="3966054" y="5155615"/>
            <a:ext cx="1839006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6D1B78D-FEE1-11D3-1A06-5165D73AC1D7}"/>
              </a:ext>
            </a:extLst>
          </p:cNvPr>
          <p:cNvSpPr/>
          <p:nvPr/>
        </p:nvSpPr>
        <p:spPr>
          <a:xfrm>
            <a:off x="10941335" y="1304642"/>
            <a:ext cx="801823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79F33-B952-F91C-0E19-2FD15D439BF1}"/>
              </a:ext>
            </a:extLst>
          </p:cNvPr>
          <p:cNvSpPr/>
          <p:nvPr/>
        </p:nvSpPr>
        <p:spPr>
          <a:xfrm>
            <a:off x="6515099" y="4267200"/>
            <a:ext cx="2143125" cy="2374900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F76276-0130-D4B5-3A73-FF8782826556}"/>
              </a:ext>
            </a:extLst>
          </p:cNvPr>
          <p:cNvSpPr/>
          <p:nvPr/>
        </p:nvSpPr>
        <p:spPr>
          <a:xfrm>
            <a:off x="8658225" y="2085975"/>
            <a:ext cx="3409950" cy="4556125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65223F2-982E-46CC-442B-E9C4D460E841}"/>
              </a:ext>
            </a:extLst>
          </p:cNvPr>
          <p:cNvSpPr txBox="1"/>
          <p:nvPr/>
        </p:nvSpPr>
        <p:spPr>
          <a:xfrm>
            <a:off x="4342992" y="1249948"/>
            <a:ext cx="849656" cy="369332"/>
          </a:xfrm>
          <a:prstGeom prst="rect">
            <a:avLst/>
          </a:prstGeom>
          <a:solidFill>
            <a:srgbClr val="4F378B">
              <a:alpha val="70000"/>
            </a:srgbClr>
          </a:solidFill>
        </p:spPr>
        <p:txBody>
          <a:bodyPr wrap="none" rtlCol="0">
            <a:spAutoFit/>
          </a:bodyPr>
          <a:lstStyle/>
          <a:p>
            <a:r>
              <a:rPr lang="ro-RO" dirty="0"/>
              <a:t>Buzzer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A4E53-8A0A-EF45-A2BC-B8E2B1694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25" y="0"/>
            <a:ext cx="12192000" cy="66256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A1B67B-5115-4C18-C7E5-427D9761E4C2}"/>
                  </a:ext>
                </a:extLst>
              </p14:cNvPr>
              <p14:cNvContentPartPr/>
              <p14:nvPr/>
            </p14:nvContentPartPr>
            <p14:xfrm>
              <a:off x="5238660" y="1270255"/>
              <a:ext cx="642600" cy="209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A1B67B-5115-4C18-C7E5-427D9761E4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9660" y="1261615"/>
                <a:ext cx="6602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F84C19B-965B-8646-50AB-7C47D3A39469}"/>
                  </a:ext>
                </a:extLst>
              </p14:cNvPr>
              <p14:cNvContentPartPr/>
              <p14:nvPr/>
            </p14:nvContentPartPr>
            <p14:xfrm>
              <a:off x="6654720" y="1928400"/>
              <a:ext cx="433080" cy="205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F84C19B-965B-8646-50AB-7C47D3A394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5720" y="1919400"/>
                <a:ext cx="450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2E1C154-56BD-25E4-0ADB-65F42E1EE904}"/>
                  </a:ext>
                </a:extLst>
              </p14:cNvPr>
              <p14:cNvContentPartPr/>
              <p14:nvPr/>
            </p14:nvContentPartPr>
            <p14:xfrm>
              <a:off x="6251340" y="3907193"/>
              <a:ext cx="1025640" cy="231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2E1C154-56BD-25E4-0ADB-65F42E1EE9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42340" y="3898553"/>
                <a:ext cx="1043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B3275E0-848D-3DCE-E156-7BFF50B82829}"/>
                  </a:ext>
                </a:extLst>
              </p14:cNvPr>
              <p14:cNvContentPartPr/>
              <p14:nvPr/>
            </p14:nvContentPartPr>
            <p14:xfrm>
              <a:off x="5881260" y="5040496"/>
              <a:ext cx="921960" cy="2865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B3275E0-848D-3DCE-E156-7BFF50B828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2260" y="5031856"/>
                <a:ext cx="9396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8C355CF-51A0-C4CB-0EE1-14083569C1A2}"/>
                  </a:ext>
                </a:extLst>
              </p14:cNvPr>
              <p14:cNvContentPartPr/>
              <p14:nvPr/>
            </p14:nvContentPartPr>
            <p14:xfrm>
              <a:off x="6636900" y="4964896"/>
              <a:ext cx="218880" cy="1947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8C355CF-51A0-C4CB-0EE1-14083569C1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27900" y="4955896"/>
                <a:ext cx="2365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7ED7A87-AA72-C757-444C-449087C963C1}"/>
                  </a:ext>
                </a:extLst>
              </p14:cNvPr>
              <p14:cNvContentPartPr/>
              <p14:nvPr/>
            </p14:nvContentPartPr>
            <p14:xfrm>
              <a:off x="4210035" y="1887540"/>
              <a:ext cx="833400" cy="178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7ED7A87-AA72-C757-444C-449087C963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01035" y="1878900"/>
                <a:ext cx="8510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4E8B674-66EC-BCE9-EE5A-FDF3410ABB07}"/>
                  </a:ext>
                </a:extLst>
              </p14:cNvPr>
              <p14:cNvContentPartPr/>
              <p14:nvPr/>
            </p14:nvContentPartPr>
            <p14:xfrm>
              <a:off x="10456680" y="1554300"/>
              <a:ext cx="401760" cy="129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4E8B674-66EC-BCE9-EE5A-FDF3410ABB0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48040" y="1545300"/>
                <a:ext cx="419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65A4EB2-CADE-65FD-49BF-3AFAADEA0BA2}"/>
                  </a:ext>
                </a:extLst>
              </p14:cNvPr>
              <p14:cNvContentPartPr/>
              <p14:nvPr/>
            </p14:nvContentPartPr>
            <p14:xfrm>
              <a:off x="10444800" y="1561860"/>
              <a:ext cx="142920" cy="240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65A4EB2-CADE-65FD-49BF-3AFAADEA0B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35800" y="1553220"/>
                <a:ext cx="1605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3457840-FE3F-1ACD-60B1-C0496ECCFE3A}"/>
              </a:ext>
            </a:extLst>
          </p:cNvPr>
          <p:cNvGrpSpPr/>
          <p:nvPr/>
        </p:nvGrpSpPr>
        <p:grpSpPr>
          <a:xfrm>
            <a:off x="10139880" y="3314520"/>
            <a:ext cx="292320" cy="468360"/>
            <a:chOff x="10139880" y="3314520"/>
            <a:chExt cx="29232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268DDD0-AF2B-42E8-964D-9B5E70626A8C}"/>
                    </a:ext>
                  </a:extLst>
                </p14:cNvPr>
                <p14:cNvContentPartPr/>
                <p14:nvPr/>
              </p14:nvContentPartPr>
              <p14:xfrm>
                <a:off x="10150680" y="3314520"/>
                <a:ext cx="281520" cy="40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268DDD0-AF2B-42E8-964D-9B5E70626A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42040" y="3305520"/>
                  <a:ext cx="2991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DD8D7A7-51BE-686B-8C24-33B1FF0FE0D3}"/>
                    </a:ext>
                  </a:extLst>
                </p14:cNvPr>
                <p14:cNvContentPartPr/>
                <p14:nvPr/>
              </p14:nvContentPartPr>
              <p14:xfrm>
                <a:off x="10139880" y="3627000"/>
                <a:ext cx="135360" cy="155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DD8D7A7-51BE-686B-8C24-33B1FF0FE0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31240" y="3618000"/>
                  <a:ext cx="153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1DC30E6-44AE-B425-71F5-3DB81AA2E0B2}"/>
                    </a:ext>
                  </a:extLst>
                </p14:cNvPr>
                <p14:cNvContentPartPr/>
                <p14:nvPr/>
              </p14:nvContentPartPr>
              <p14:xfrm>
                <a:off x="10157160" y="3582000"/>
                <a:ext cx="33840" cy="129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1DC30E6-44AE-B425-71F5-3DB81AA2E0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48520" y="3573000"/>
                  <a:ext cx="5148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378E2D2-D7A5-75CD-CD50-B82DD4B6D1C8}"/>
                  </a:ext>
                </a:extLst>
              </p14:cNvPr>
              <p14:cNvContentPartPr/>
              <p14:nvPr/>
            </p14:nvContentPartPr>
            <p14:xfrm>
              <a:off x="10184160" y="2506680"/>
              <a:ext cx="453600" cy="23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378E2D2-D7A5-75CD-CD50-B82DD4B6D1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75520" y="2498040"/>
                <a:ext cx="471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D831426-F492-2EBE-387E-820BE3F0327D}"/>
                  </a:ext>
                </a:extLst>
              </p14:cNvPr>
              <p14:cNvContentPartPr/>
              <p14:nvPr/>
            </p14:nvContentPartPr>
            <p14:xfrm>
              <a:off x="10145280" y="2407680"/>
              <a:ext cx="194040" cy="243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D831426-F492-2EBE-387E-820BE3F0327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36640" y="2399040"/>
                <a:ext cx="211680" cy="26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5421FAD-C1C5-E3CD-B180-36534FD8E97F}"/>
              </a:ext>
            </a:extLst>
          </p:cNvPr>
          <p:cNvGrpSpPr/>
          <p:nvPr/>
        </p:nvGrpSpPr>
        <p:grpSpPr>
          <a:xfrm>
            <a:off x="11329287" y="4072993"/>
            <a:ext cx="287640" cy="561240"/>
            <a:chOff x="11329287" y="4072993"/>
            <a:chExt cx="28764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EB913C4-7520-4742-7695-87F72DBD2018}"/>
                    </a:ext>
                  </a:extLst>
                </p14:cNvPr>
                <p14:cNvContentPartPr/>
                <p14:nvPr/>
              </p14:nvContentPartPr>
              <p14:xfrm>
                <a:off x="11329287" y="4072993"/>
                <a:ext cx="170280" cy="561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EB913C4-7520-4742-7695-87F72DBD20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20287" y="4064353"/>
                  <a:ext cx="18792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215090E-7062-F601-C3EF-231D0B660917}"/>
                    </a:ext>
                  </a:extLst>
                </p14:cNvPr>
                <p14:cNvContentPartPr/>
                <p14:nvPr/>
              </p14:nvContentPartPr>
              <p14:xfrm>
                <a:off x="11342247" y="4430113"/>
                <a:ext cx="274680" cy="19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215090E-7062-F601-C3EF-231D0B6609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333247" y="4421473"/>
                  <a:ext cx="292320" cy="214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D9C93AA-BC7A-71FB-4751-ED807BD6FDFE}"/>
              </a:ext>
            </a:extLst>
          </p:cNvPr>
          <p:cNvSpPr txBox="1"/>
          <p:nvPr/>
        </p:nvSpPr>
        <p:spPr>
          <a:xfrm>
            <a:off x="2839635" y="1719885"/>
            <a:ext cx="12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8x32 FC-16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4ECF599-065E-DE56-B682-FEB1ED771BA0}"/>
              </a:ext>
            </a:extLst>
          </p:cNvPr>
          <p:cNvSpPr txBox="1"/>
          <p:nvPr/>
        </p:nvSpPr>
        <p:spPr>
          <a:xfrm>
            <a:off x="4626735" y="4082534"/>
            <a:ext cx="1520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Touch Sensor</a:t>
            </a:r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DA1DE4B-9232-7D82-6977-FD7671943A29}"/>
              </a:ext>
            </a:extLst>
          </p:cNvPr>
          <p:cNvSpPr txBox="1"/>
          <p:nvPr/>
        </p:nvSpPr>
        <p:spPr>
          <a:xfrm>
            <a:off x="3974572" y="5183776"/>
            <a:ext cx="1868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Charging Module</a:t>
            </a:r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61B9860-D616-D31D-5D79-01EBC372D653}"/>
              </a:ext>
            </a:extLst>
          </p:cNvPr>
          <p:cNvSpPr txBox="1"/>
          <p:nvPr/>
        </p:nvSpPr>
        <p:spPr>
          <a:xfrm>
            <a:off x="10941335" y="1312003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Esp32</a:t>
            </a:r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0662950-C625-AED6-2ACD-02D4AE9B24B9}"/>
              </a:ext>
            </a:extLst>
          </p:cNvPr>
          <p:cNvSpPr txBox="1"/>
          <p:nvPr/>
        </p:nvSpPr>
        <p:spPr>
          <a:xfrm>
            <a:off x="10774271" y="2330227"/>
            <a:ext cx="85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Switch</a:t>
            </a:r>
            <a:endParaRPr 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2C6BDE1-B948-B010-3837-C445C732282C}"/>
              </a:ext>
            </a:extLst>
          </p:cNvPr>
          <p:cNvSpPr txBox="1"/>
          <p:nvPr/>
        </p:nvSpPr>
        <p:spPr>
          <a:xfrm>
            <a:off x="10135922" y="2945188"/>
            <a:ext cx="180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Boost Convertor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005C118-1F2C-B369-9E44-2EB2695A0789}"/>
              </a:ext>
            </a:extLst>
          </p:cNvPr>
          <p:cNvSpPr txBox="1"/>
          <p:nvPr/>
        </p:nvSpPr>
        <p:spPr>
          <a:xfrm>
            <a:off x="10637760" y="3746330"/>
            <a:ext cx="90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Battery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6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E8D4-7F54-B385-01DB-098D4F6C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515AC-02E7-9DE1-CB42-B6A7B01B6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05050" y="-862057"/>
            <a:ext cx="20383227" cy="11689714"/>
          </a:xfrm>
        </p:spPr>
      </p:pic>
    </p:spTree>
    <p:extLst>
      <p:ext uri="{BB962C8B-B14F-4D97-AF65-F5344CB8AC3E}">
        <p14:creationId xmlns:p14="http://schemas.microsoft.com/office/powerpoint/2010/main" val="458033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783136-183B-1212-D0DC-72DB5523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744" y="0"/>
            <a:ext cx="5887756" cy="8713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09AE3B-E478-020E-FA52-AC4D6893A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0"/>
            <a:ext cx="5567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73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B865E1A-B511-B4D2-928A-F78CAD5A459C}"/>
              </a:ext>
            </a:extLst>
          </p:cNvPr>
          <p:cNvGrpSpPr/>
          <p:nvPr/>
        </p:nvGrpSpPr>
        <p:grpSpPr>
          <a:xfrm>
            <a:off x="2908300" y="2101850"/>
            <a:ext cx="5900420" cy="3765550"/>
            <a:chOff x="2908300" y="2101850"/>
            <a:chExt cx="5900420" cy="37655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0BA9F8-CA31-65D3-E483-06726ED06CAA}"/>
                </a:ext>
              </a:extLst>
            </p:cNvPr>
            <p:cNvSpPr/>
            <p:nvPr/>
          </p:nvSpPr>
          <p:spPr>
            <a:xfrm>
              <a:off x="2908300" y="2101850"/>
              <a:ext cx="5900420" cy="3765550"/>
            </a:xfrm>
            <a:custGeom>
              <a:avLst/>
              <a:gdLst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3765550 h 3765550"/>
                <a:gd name="connsiteX4" fmla="*/ 0 w 6705600"/>
                <a:gd name="connsiteY4" fmla="*/ 0 h 3765550"/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0 h 376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00" h="3765550">
                  <a:moveTo>
                    <a:pt x="0" y="0"/>
                  </a:moveTo>
                  <a:lnTo>
                    <a:pt x="6705600" y="0"/>
                  </a:lnTo>
                  <a:lnTo>
                    <a:pt x="6705600" y="376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CBCB09-3DEC-B873-20F4-485AA1088400}"/>
                </a:ext>
              </a:extLst>
            </p:cNvPr>
            <p:cNvSpPr/>
            <p:nvPr/>
          </p:nvSpPr>
          <p:spPr>
            <a:xfrm>
              <a:off x="2908300" y="2101850"/>
              <a:ext cx="5900420" cy="3765550"/>
            </a:xfrm>
            <a:custGeom>
              <a:avLst/>
              <a:gdLst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3765550 h 3765550"/>
                <a:gd name="connsiteX4" fmla="*/ 0 w 6705600"/>
                <a:gd name="connsiteY4" fmla="*/ 0 h 3765550"/>
                <a:gd name="connsiteX0" fmla="*/ 0 w 6705600"/>
                <a:gd name="connsiteY0" fmla="*/ 0 h 3765550"/>
                <a:gd name="connsiteX1" fmla="*/ 6705600 w 6705600"/>
                <a:gd name="connsiteY1" fmla="*/ 3765550 h 3765550"/>
                <a:gd name="connsiteX2" fmla="*/ 0 w 6705600"/>
                <a:gd name="connsiteY2" fmla="*/ 3765550 h 3765550"/>
                <a:gd name="connsiteX3" fmla="*/ 0 w 6705600"/>
                <a:gd name="connsiteY3" fmla="*/ 0 h 376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00" h="3765550">
                  <a:moveTo>
                    <a:pt x="0" y="0"/>
                  </a:moveTo>
                  <a:lnTo>
                    <a:pt x="6705600" y="3765550"/>
                  </a:lnTo>
                  <a:lnTo>
                    <a:pt x="0" y="376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FBE6E33-A58B-58D7-6EC7-FAD62C574285}"/>
                </a:ext>
              </a:extLst>
            </p:cNvPr>
            <p:cNvCxnSpPr>
              <a:cxnSpLocks/>
              <a:stCxn id="5" idx="0"/>
              <a:endCxn id="5" idx="1"/>
            </p:cNvCxnSpPr>
            <p:nvPr/>
          </p:nvCxnSpPr>
          <p:spPr>
            <a:xfrm>
              <a:off x="2908300" y="2101850"/>
              <a:ext cx="5900420" cy="376555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A227FAA-F310-8D14-AB40-1A4EFCF8D8CA}"/>
              </a:ext>
            </a:extLst>
          </p:cNvPr>
          <p:cNvSpPr/>
          <p:nvPr/>
        </p:nvSpPr>
        <p:spPr>
          <a:xfrm>
            <a:off x="2908299" y="4953000"/>
            <a:ext cx="5900419" cy="9144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3200" dirty="0"/>
              <a:t>Devlog 1 : Remaked the readme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58181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0270-0DD3-DBAF-469D-E8EA9019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78FDF13-9E67-49CC-95D1-74F89ED11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36" y="1209964"/>
            <a:ext cx="7227479" cy="425796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9BF6B7-9EC8-61D1-17B7-5DC88BD0EA28}"/>
              </a:ext>
            </a:extLst>
          </p:cNvPr>
          <p:cNvSpPr/>
          <p:nvPr/>
        </p:nvSpPr>
        <p:spPr>
          <a:xfrm>
            <a:off x="2922016" y="2111248"/>
            <a:ext cx="5989320" cy="4495800"/>
          </a:xfrm>
          <a:prstGeom prst="roundRect">
            <a:avLst>
              <a:gd name="adj" fmla="val 5142"/>
            </a:avLst>
          </a:prstGeom>
          <a:solidFill>
            <a:srgbClr val="30264E"/>
          </a:solidFill>
          <a:ln>
            <a:solidFill>
              <a:schemeClr val="bg1"/>
            </a:solidFill>
          </a:ln>
          <a:effectLst>
            <a:glow rad="419100">
              <a:srgbClr val="474E57">
                <a:alpha val="29000"/>
              </a:srgbClr>
            </a:glow>
            <a:outerShdw blurRad="50800" dist="50800" dir="5400000" algn="ctr" rotWithShape="0">
              <a:srgbClr val="000000"/>
            </a:outerShdw>
            <a:reflection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847834-E28A-3BF7-1C23-90DF948B6D57}"/>
              </a:ext>
            </a:extLst>
          </p:cNvPr>
          <p:cNvSpPr/>
          <p:nvPr/>
        </p:nvSpPr>
        <p:spPr>
          <a:xfrm>
            <a:off x="2998461" y="2580354"/>
            <a:ext cx="5838213" cy="3021102"/>
          </a:xfrm>
          <a:prstGeom prst="roundRect">
            <a:avLst>
              <a:gd name="adj" fmla="val 3769"/>
            </a:avLst>
          </a:prstGeom>
          <a:blipFill>
            <a:blip r:embed="rId3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noProof="1">
              <a:latin typeface="Franklin Gothic Medium" panose="020B06030201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C6BFC4-ADC3-620D-9549-AE1AF328D58F}"/>
              </a:ext>
            </a:extLst>
          </p:cNvPr>
          <p:cNvSpPr/>
          <p:nvPr/>
        </p:nvSpPr>
        <p:spPr>
          <a:xfrm>
            <a:off x="7686233" y="2204436"/>
            <a:ext cx="1088788" cy="313210"/>
          </a:xfrm>
          <a:prstGeom prst="roundRect">
            <a:avLst>
              <a:gd name="adj" fmla="val 41970"/>
            </a:avLst>
          </a:prstGeom>
          <a:solidFill>
            <a:srgbClr val="302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8BEE3-D428-B65B-C021-09A7177CCAD4}"/>
              </a:ext>
            </a:extLst>
          </p:cNvPr>
          <p:cNvSpPr/>
          <p:nvPr/>
        </p:nvSpPr>
        <p:spPr>
          <a:xfrm>
            <a:off x="8210330" y="2337963"/>
            <a:ext cx="93583" cy="723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9A8209-CD14-AF1F-A30B-7F2763A90581}"/>
              </a:ext>
            </a:extLst>
          </p:cNvPr>
          <p:cNvCxnSpPr>
            <a:cxnSpLocks/>
          </p:cNvCxnSpPr>
          <p:nvPr/>
        </p:nvCxnSpPr>
        <p:spPr>
          <a:xfrm flipH="1" flipV="1">
            <a:off x="8533036" y="2311037"/>
            <a:ext cx="103594" cy="1016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3222FB-9373-1FE1-F229-AC8D2D5200F5}"/>
              </a:ext>
            </a:extLst>
          </p:cNvPr>
          <p:cNvCxnSpPr>
            <a:cxnSpLocks/>
          </p:cNvCxnSpPr>
          <p:nvPr/>
        </p:nvCxnSpPr>
        <p:spPr>
          <a:xfrm>
            <a:off x="7841446" y="2410314"/>
            <a:ext cx="1207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4DBB3E-4473-B11F-A390-E08BD237C99E}"/>
              </a:ext>
            </a:extLst>
          </p:cNvPr>
          <p:cNvSpPr/>
          <p:nvPr/>
        </p:nvSpPr>
        <p:spPr>
          <a:xfrm>
            <a:off x="3037905" y="2204833"/>
            <a:ext cx="4574418" cy="313210"/>
          </a:xfrm>
          <a:prstGeom prst="roundRect">
            <a:avLst>
              <a:gd name="adj" fmla="val 41970"/>
            </a:avLst>
          </a:prstGeom>
          <a:solidFill>
            <a:srgbClr val="302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1000" noProof="1"/>
              <a:t>       Octoglow</a:t>
            </a:r>
            <a:endParaRPr lang="en-US" sz="1000" noProof="1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7DF7CB-D44C-E278-86C6-8E855CBF498A}"/>
              </a:ext>
            </a:extLst>
          </p:cNvPr>
          <p:cNvCxnSpPr>
            <a:cxnSpLocks/>
          </p:cNvCxnSpPr>
          <p:nvPr/>
        </p:nvCxnSpPr>
        <p:spPr>
          <a:xfrm flipV="1">
            <a:off x="8529166" y="2311037"/>
            <a:ext cx="107464" cy="99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Gears with solid fill">
            <a:extLst>
              <a:ext uri="{FF2B5EF4-FFF2-40B4-BE49-F238E27FC236}">
                <a16:creationId xmlns:a16="http://schemas.microsoft.com/office/drawing/2014/main" id="{B9113D23-683D-71EC-EA0B-EEF8467180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45155">
            <a:off x="2214003" y="2772672"/>
            <a:ext cx="1782625" cy="1782625"/>
          </a:xfrm>
          <a:prstGeom prst="rect">
            <a:avLst/>
          </a:prstGeom>
        </p:spPr>
      </p:pic>
      <p:pic>
        <p:nvPicPr>
          <p:cNvPr id="24" name="Graphic 23" descr="Gears with solid fill">
            <a:extLst>
              <a:ext uri="{FF2B5EF4-FFF2-40B4-BE49-F238E27FC236}">
                <a16:creationId xmlns:a16="http://schemas.microsoft.com/office/drawing/2014/main" id="{6A57A7B2-BACB-1BE4-9BFA-881EE1CC7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939807">
            <a:off x="7978902" y="3741052"/>
            <a:ext cx="1908119" cy="190811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320CAFD1-54ED-90AD-D3A1-8E028301A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8354" y="2255877"/>
            <a:ext cx="196821" cy="196821"/>
          </a:xfrm>
          <a:prstGeom prst="rect">
            <a:avLst/>
          </a:prstGeom>
        </p:spPr>
      </p:pic>
      <p:pic>
        <p:nvPicPr>
          <p:cNvPr id="28" name="Graphic 27" descr="Stars with solid fill">
            <a:extLst>
              <a:ext uri="{FF2B5EF4-FFF2-40B4-BE49-F238E27FC236}">
                <a16:creationId xmlns:a16="http://schemas.microsoft.com/office/drawing/2014/main" id="{FBB220BF-F051-929B-F373-B7325EEBB6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207231">
            <a:off x="3248508" y="5171214"/>
            <a:ext cx="914400" cy="914400"/>
          </a:xfrm>
          <a:prstGeom prst="rect">
            <a:avLst/>
          </a:prstGeom>
        </p:spPr>
      </p:pic>
      <p:pic>
        <p:nvPicPr>
          <p:cNvPr id="29" name="Graphic 28" descr="Stars with solid fill">
            <a:extLst>
              <a:ext uri="{FF2B5EF4-FFF2-40B4-BE49-F238E27FC236}">
                <a16:creationId xmlns:a16="http://schemas.microsoft.com/office/drawing/2014/main" id="{39561192-C77D-C186-2433-2701A9DA6F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6442" y="2007274"/>
            <a:ext cx="914400" cy="914400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EF29AA8-DBF6-7CB3-7BCE-A3765D342B89}"/>
              </a:ext>
            </a:extLst>
          </p:cNvPr>
          <p:cNvSpPr/>
          <p:nvPr/>
        </p:nvSpPr>
        <p:spPr>
          <a:xfrm>
            <a:off x="3270667" y="4449776"/>
            <a:ext cx="382406" cy="380787"/>
          </a:xfrm>
          <a:custGeom>
            <a:avLst/>
            <a:gdLst>
              <a:gd name="connsiteX0" fmla="*/ 373131 w 382406"/>
              <a:gd name="connsiteY0" fmla="*/ 167640 h 380787"/>
              <a:gd name="connsiteX1" fmla="*/ 380751 w 382406"/>
              <a:gd name="connsiteY1" fmla="*/ 138113 h 380787"/>
              <a:gd name="connsiteX2" fmla="*/ 355986 w 382406"/>
              <a:gd name="connsiteY2" fmla="*/ 120968 h 380787"/>
              <a:gd name="connsiteX3" fmla="*/ 268356 w 382406"/>
              <a:gd name="connsiteY3" fmla="*/ 120968 h 380787"/>
              <a:gd name="connsiteX4" fmla="*/ 243591 w 382406"/>
              <a:gd name="connsiteY4" fmla="*/ 102870 h 380787"/>
              <a:gd name="connsiteX5" fmla="*/ 215968 w 382406"/>
              <a:gd name="connsiteY5" fmla="*/ 18097 h 380787"/>
              <a:gd name="connsiteX6" fmla="*/ 191203 w 382406"/>
              <a:gd name="connsiteY6" fmla="*/ 0 h 380787"/>
              <a:gd name="connsiteX7" fmla="*/ 166438 w 382406"/>
              <a:gd name="connsiteY7" fmla="*/ 18097 h 380787"/>
              <a:gd name="connsiteX8" fmla="*/ 138816 w 382406"/>
              <a:gd name="connsiteY8" fmla="*/ 102870 h 380787"/>
              <a:gd name="connsiteX9" fmla="*/ 114051 w 382406"/>
              <a:gd name="connsiteY9" fmla="*/ 120968 h 380787"/>
              <a:gd name="connsiteX10" fmla="*/ 26421 w 382406"/>
              <a:gd name="connsiteY10" fmla="*/ 120968 h 380787"/>
              <a:gd name="connsiteX11" fmla="*/ 1656 w 382406"/>
              <a:gd name="connsiteY11" fmla="*/ 138113 h 380787"/>
              <a:gd name="connsiteX12" fmla="*/ 9276 w 382406"/>
              <a:gd name="connsiteY12" fmla="*/ 167640 h 380787"/>
              <a:gd name="connsiteX13" fmla="*/ 39756 w 382406"/>
              <a:gd name="connsiteY13" fmla="*/ 195263 h 380787"/>
              <a:gd name="connsiteX14" fmla="*/ 78808 w 382406"/>
              <a:gd name="connsiteY14" fmla="*/ 229552 h 380787"/>
              <a:gd name="connsiteX15" fmla="*/ 86428 w 382406"/>
              <a:gd name="connsiteY15" fmla="*/ 241935 h 380787"/>
              <a:gd name="connsiteX16" fmla="*/ 86428 w 382406"/>
              <a:gd name="connsiteY16" fmla="*/ 257175 h 380787"/>
              <a:gd name="connsiteX17" fmla="*/ 59758 w 382406"/>
              <a:gd name="connsiteY17" fmla="*/ 346710 h 380787"/>
              <a:gd name="connsiteX18" fmla="*/ 69283 w 382406"/>
              <a:gd name="connsiteY18" fmla="*/ 375285 h 380787"/>
              <a:gd name="connsiteX19" fmla="*/ 99763 w 382406"/>
              <a:gd name="connsiteY19" fmla="*/ 376238 h 380787"/>
              <a:gd name="connsiteX20" fmla="*/ 175963 w 382406"/>
              <a:gd name="connsiteY20" fmla="*/ 322898 h 380787"/>
              <a:gd name="connsiteX21" fmla="*/ 205491 w 382406"/>
              <a:gd name="connsiteY21" fmla="*/ 322898 h 380787"/>
              <a:gd name="connsiteX22" fmla="*/ 281691 w 382406"/>
              <a:gd name="connsiteY22" fmla="*/ 376238 h 380787"/>
              <a:gd name="connsiteX23" fmla="*/ 312171 w 382406"/>
              <a:gd name="connsiteY23" fmla="*/ 375285 h 380787"/>
              <a:gd name="connsiteX24" fmla="*/ 321696 w 382406"/>
              <a:gd name="connsiteY24" fmla="*/ 346710 h 380787"/>
              <a:gd name="connsiteX25" fmla="*/ 295978 w 382406"/>
              <a:gd name="connsiteY25" fmla="*/ 257175 h 380787"/>
              <a:gd name="connsiteX26" fmla="*/ 303598 w 382406"/>
              <a:gd name="connsiteY26" fmla="*/ 229552 h 380787"/>
              <a:gd name="connsiteX27" fmla="*/ 373131 w 382406"/>
              <a:gd name="connsiteY27" fmla="*/ 167640 h 38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82406" h="380787">
                <a:moveTo>
                  <a:pt x="373131" y="167640"/>
                </a:moveTo>
                <a:cubicBezTo>
                  <a:pt x="381703" y="160020"/>
                  <a:pt x="384561" y="148590"/>
                  <a:pt x="380751" y="138113"/>
                </a:cubicBezTo>
                <a:cubicBezTo>
                  <a:pt x="376941" y="127635"/>
                  <a:pt x="367416" y="120968"/>
                  <a:pt x="355986" y="120968"/>
                </a:cubicBezTo>
                <a:lnTo>
                  <a:pt x="268356" y="120968"/>
                </a:lnTo>
                <a:cubicBezTo>
                  <a:pt x="256926" y="120968"/>
                  <a:pt x="247401" y="113348"/>
                  <a:pt x="243591" y="102870"/>
                </a:cubicBezTo>
                <a:lnTo>
                  <a:pt x="215968" y="18097"/>
                </a:lnTo>
                <a:cubicBezTo>
                  <a:pt x="212158" y="7620"/>
                  <a:pt x="202633" y="0"/>
                  <a:pt x="191203" y="0"/>
                </a:cubicBezTo>
                <a:cubicBezTo>
                  <a:pt x="179773" y="0"/>
                  <a:pt x="170248" y="7620"/>
                  <a:pt x="166438" y="18097"/>
                </a:cubicBezTo>
                <a:lnTo>
                  <a:pt x="138816" y="102870"/>
                </a:lnTo>
                <a:cubicBezTo>
                  <a:pt x="135006" y="113348"/>
                  <a:pt x="125481" y="120968"/>
                  <a:pt x="114051" y="120968"/>
                </a:cubicBezTo>
                <a:lnTo>
                  <a:pt x="26421" y="120968"/>
                </a:lnTo>
                <a:cubicBezTo>
                  <a:pt x="15943" y="120968"/>
                  <a:pt x="5466" y="127635"/>
                  <a:pt x="1656" y="138113"/>
                </a:cubicBezTo>
                <a:cubicBezTo>
                  <a:pt x="-2154" y="148590"/>
                  <a:pt x="703" y="160020"/>
                  <a:pt x="9276" y="167640"/>
                </a:cubicBezTo>
                <a:lnTo>
                  <a:pt x="39756" y="195263"/>
                </a:lnTo>
                <a:lnTo>
                  <a:pt x="78808" y="229552"/>
                </a:lnTo>
                <a:cubicBezTo>
                  <a:pt x="82618" y="233363"/>
                  <a:pt x="85476" y="237173"/>
                  <a:pt x="86428" y="241935"/>
                </a:cubicBezTo>
                <a:cubicBezTo>
                  <a:pt x="87381" y="246698"/>
                  <a:pt x="87381" y="252413"/>
                  <a:pt x="86428" y="257175"/>
                </a:cubicBezTo>
                <a:lnTo>
                  <a:pt x="59758" y="346710"/>
                </a:lnTo>
                <a:cubicBezTo>
                  <a:pt x="55948" y="357188"/>
                  <a:pt x="59758" y="368618"/>
                  <a:pt x="69283" y="375285"/>
                </a:cubicBezTo>
                <a:cubicBezTo>
                  <a:pt x="77856" y="381953"/>
                  <a:pt x="90238" y="381953"/>
                  <a:pt x="99763" y="376238"/>
                </a:cubicBezTo>
                <a:lnTo>
                  <a:pt x="175963" y="322898"/>
                </a:lnTo>
                <a:cubicBezTo>
                  <a:pt x="184536" y="316230"/>
                  <a:pt x="196918" y="316230"/>
                  <a:pt x="205491" y="322898"/>
                </a:cubicBezTo>
                <a:lnTo>
                  <a:pt x="281691" y="376238"/>
                </a:lnTo>
                <a:cubicBezTo>
                  <a:pt x="291216" y="382905"/>
                  <a:pt x="302646" y="381953"/>
                  <a:pt x="312171" y="375285"/>
                </a:cubicBezTo>
                <a:cubicBezTo>
                  <a:pt x="320743" y="368618"/>
                  <a:pt x="324553" y="357188"/>
                  <a:pt x="321696" y="346710"/>
                </a:cubicBezTo>
                <a:lnTo>
                  <a:pt x="295978" y="257175"/>
                </a:lnTo>
                <a:cubicBezTo>
                  <a:pt x="293121" y="247650"/>
                  <a:pt x="295978" y="236220"/>
                  <a:pt x="303598" y="229552"/>
                </a:cubicBezTo>
                <a:lnTo>
                  <a:pt x="373131" y="167640"/>
                </a:lnTo>
                <a:close/>
              </a:path>
            </a:pathLst>
          </a:custGeom>
          <a:solidFill>
            <a:srgbClr val="30264E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63945F4-91EB-7022-CE13-2A66F5CBCB05}"/>
              </a:ext>
            </a:extLst>
          </p:cNvPr>
          <p:cNvSpPr/>
          <p:nvPr/>
        </p:nvSpPr>
        <p:spPr>
          <a:xfrm>
            <a:off x="8078846" y="4852301"/>
            <a:ext cx="303561" cy="304323"/>
          </a:xfrm>
          <a:custGeom>
            <a:avLst/>
            <a:gdLst>
              <a:gd name="connsiteX0" fmla="*/ 296561 w 303561"/>
              <a:gd name="connsiteY0" fmla="*/ 134302 h 304323"/>
              <a:gd name="connsiteX1" fmla="*/ 302276 w 303561"/>
              <a:gd name="connsiteY1" fmla="*/ 111443 h 304323"/>
              <a:gd name="connsiteX2" fmla="*/ 283226 w 303561"/>
              <a:gd name="connsiteY2" fmla="*/ 97155 h 304323"/>
              <a:gd name="connsiteX3" fmla="*/ 213693 w 303561"/>
              <a:gd name="connsiteY3" fmla="*/ 97155 h 304323"/>
              <a:gd name="connsiteX4" fmla="*/ 193691 w 303561"/>
              <a:gd name="connsiteY4" fmla="*/ 82868 h 304323"/>
              <a:gd name="connsiteX5" fmla="*/ 171783 w 303561"/>
              <a:gd name="connsiteY5" fmla="*/ 14288 h 304323"/>
              <a:gd name="connsiteX6" fmla="*/ 151781 w 303561"/>
              <a:gd name="connsiteY6" fmla="*/ 0 h 304323"/>
              <a:gd name="connsiteX7" fmla="*/ 131778 w 303561"/>
              <a:gd name="connsiteY7" fmla="*/ 14288 h 304323"/>
              <a:gd name="connsiteX8" fmla="*/ 109871 w 303561"/>
              <a:gd name="connsiteY8" fmla="*/ 82868 h 304323"/>
              <a:gd name="connsiteX9" fmla="*/ 89868 w 303561"/>
              <a:gd name="connsiteY9" fmla="*/ 97155 h 304323"/>
              <a:gd name="connsiteX10" fmla="*/ 20336 w 303561"/>
              <a:gd name="connsiteY10" fmla="*/ 97155 h 304323"/>
              <a:gd name="connsiteX11" fmla="*/ 1286 w 303561"/>
              <a:gd name="connsiteY11" fmla="*/ 111443 h 304323"/>
              <a:gd name="connsiteX12" fmla="*/ 7001 w 303561"/>
              <a:gd name="connsiteY12" fmla="*/ 134302 h 304323"/>
              <a:gd name="connsiteX13" fmla="*/ 31766 w 303561"/>
              <a:gd name="connsiteY13" fmla="*/ 156210 h 304323"/>
              <a:gd name="connsiteX14" fmla="*/ 63198 w 303561"/>
              <a:gd name="connsiteY14" fmla="*/ 183833 h 304323"/>
              <a:gd name="connsiteX15" fmla="*/ 69866 w 303561"/>
              <a:gd name="connsiteY15" fmla="*/ 194310 h 304323"/>
              <a:gd name="connsiteX16" fmla="*/ 69866 w 303561"/>
              <a:gd name="connsiteY16" fmla="*/ 206693 h 304323"/>
              <a:gd name="connsiteX17" fmla="*/ 47006 w 303561"/>
              <a:gd name="connsiteY17" fmla="*/ 277178 h 304323"/>
              <a:gd name="connsiteX18" fmla="*/ 54626 w 303561"/>
              <a:gd name="connsiteY18" fmla="*/ 300038 h 304323"/>
              <a:gd name="connsiteX19" fmla="*/ 78438 w 303561"/>
              <a:gd name="connsiteY19" fmla="*/ 300038 h 304323"/>
              <a:gd name="connsiteX20" fmla="*/ 139398 w 303561"/>
              <a:gd name="connsiteY20" fmla="*/ 257175 h 304323"/>
              <a:gd name="connsiteX21" fmla="*/ 163211 w 303561"/>
              <a:gd name="connsiteY21" fmla="*/ 257175 h 304323"/>
              <a:gd name="connsiteX22" fmla="*/ 224171 w 303561"/>
              <a:gd name="connsiteY22" fmla="*/ 300038 h 304323"/>
              <a:gd name="connsiteX23" fmla="*/ 248936 w 303561"/>
              <a:gd name="connsiteY23" fmla="*/ 300038 h 304323"/>
              <a:gd name="connsiteX24" fmla="*/ 256556 w 303561"/>
              <a:gd name="connsiteY24" fmla="*/ 276225 h 304323"/>
              <a:gd name="connsiteX25" fmla="*/ 235601 w 303561"/>
              <a:gd name="connsiteY25" fmla="*/ 204788 h 304323"/>
              <a:gd name="connsiteX26" fmla="*/ 242268 w 303561"/>
              <a:gd name="connsiteY26" fmla="*/ 182880 h 304323"/>
              <a:gd name="connsiteX27" fmla="*/ 296561 w 303561"/>
              <a:gd name="connsiteY27" fmla="*/ 134302 h 30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03561" h="304323">
                <a:moveTo>
                  <a:pt x="296561" y="134302"/>
                </a:moveTo>
                <a:cubicBezTo>
                  <a:pt x="303228" y="128588"/>
                  <a:pt x="305133" y="119063"/>
                  <a:pt x="302276" y="111443"/>
                </a:cubicBezTo>
                <a:cubicBezTo>
                  <a:pt x="299418" y="102870"/>
                  <a:pt x="291798" y="98107"/>
                  <a:pt x="283226" y="97155"/>
                </a:cubicBezTo>
                <a:lnTo>
                  <a:pt x="213693" y="97155"/>
                </a:lnTo>
                <a:cubicBezTo>
                  <a:pt x="205121" y="97155"/>
                  <a:pt x="196548" y="91440"/>
                  <a:pt x="193691" y="82868"/>
                </a:cubicBezTo>
                <a:lnTo>
                  <a:pt x="171783" y="14288"/>
                </a:lnTo>
                <a:cubicBezTo>
                  <a:pt x="168926" y="5715"/>
                  <a:pt x="161306" y="0"/>
                  <a:pt x="151781" y="0"/>
                </a:cubicBezTo>
                <a:cubicBezTo>
                  <a:pt x="143208" y="0"/>
                  <a:pt x="134636" y="5715"/>
                  <a:pt x="131778" y="14288"/>
                </a:cubicBezTo>
                <a:lnTo>
                  <a:pt x="109871" y="82868"/>
                </a:lnTo>
                <a:cubicBezTo>
                  <a:pt x="107013" y="91440"/>
                  <a:pt x="99393" y="97155"/>
                  <a:pt x="89868" y="97155"/>
                </a:cubicBezTo>
                <a:lnTo>
                  <a:pt x="20336" y="97155"/>
                </a:lnTo>
                <a:cubicBezTo>
                  <a:pt x="11763" y="97155"/>
                  <a:pt x="4143" y="102870"/>
                  <a:pt x="1286" y="111443"/>
                </a:cubicBezTo>
                <a:cubicBezTo>
                  <a:pt x="-1572" y="120015"/>
                  <a:pt x="333" y="128588"/>
                  <a:pt x="7001" y="134302"/>
                </a:cubicBezTo>
                <a:lnTo>
                  <a:pt x="31766" y="156210"/>
                </a:lnTo>
                <a:lnTo>
                  <a:pt x="63198" y="183833"/>
                </a:lnTo>
                <a:cubicBezTo>
                  <a:pt x="66056" y="186690"/>
                  <a:pt x="67961" y="190500"/>
                  <a:pt x="69866" y="194310"/>
                </a:cubicBezTo>
                <a:cubicBezTo>
                  <a:pt x="70818" y="198120"/>
                  <a:pt x="70818" y="201930"/>
                  <a:pt x="69866" y="206693"/>
                </a:cubicBezTo>
                <a:lnTo>
                  <a:pt x="47006" y="277178"/>
                </a:lnTo>
                <a:cubicBezTo>
                  <a:pt x="44148" y="285750"/>
                  <a:pt x="47006" y="295275"/>
                  <a:pt x="54626" y="300038"/>
                </a:cubicBezTo>
                <a:cubicBezTo>
                  <a:pt x="62246" y="305753"/>
                  <a:pt x="71771" y="305753"/>
                  <a:pt x="78438" y="300038"/>
                </a:cubicBezTo>
                <a:lnTo>
                  <a:pt x="139398" y="257175"/>
                </a:lnTo>
                <a:cubicBezTo>
                  <a:pt x="146066" y="252413"/>
                  <a:pt x="155591" y="252413"/>
                  <a:pt x="163211" y="257175"/>
                </a:cubicBezTo>
                <a:lnTo>
                  <a:pt x="224171" y="300038"/>
                </a:lnTo>
                <a:cubicBezTo>
                  <a:pt x="231791" y="305753"/>
                  <a:pt x="241316" y="305753"/>
                  <a:pt x="248936" y="300038"/>
                </a:cubicBezTo>
                <a:cubicBezTo>
                  <a:pt x="256556" y="294323"/>
                  <a:pt x="259413" y="284798"/>
                  <a:pt x="256556" y="276225"/>
                </a:cubicBezTo>
                <a:lnTo>
                  <a:pt x="235601" y="204788"/>
                </a:lnTo>
                <a:cubicBezTo>
                  <a:pt x="233696" y="197168"/>
                  <a:pt x="235601" y="188595"/>
                  <a:pt x="242268" y="182880"/>
                </a:cubicBezTo>
                <a:lnTo>
                  <a:pt x="296561" y="134302"/>
                </a:lnTo>
                <a:close/>
              </a:path>
            </a:pathLst>
          </a:custGeom>
          <a:solidFill>
            <a:srgbClr val="30264E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1EDD671-A9A5-B6C8-9485-F20DC912031F}"/>
              </a:ext>
            </a:extLst>
          </p:cNvPr>
          <p:cNvSpPr/>
          <p:nvPr/>
        </p:nvSpPr>
        <p:spPr>
          <a:xfrm>
            <a:off x="3923264" y="4624654"/>
            <a:ext cx="228155" cy="227647"/>
          </a:xfrm>
          <a:custGeom>
            <a:avLst/>
            <a:gdLst>
              <a:gd name="connsiteX0" fmla="*/ 222663 w 228155"/>
              <a:gd name="connsiteY0" fmla="*/ 100965 h 227647"/>
              <a:gd name="connsiteX1" fmla="*/ 227425 w 228155"/>
              <a:gd name="connsiteY1" fmla="*/ 83820 h 227647"/>
              <a:gd name="connsiteX2" fmla="*/ 213138 w 228155"/>
              <a:gd name="connsiteY2" fmla="*/ 73342 h 227647"/>
              <a:gd name="connsiteX3" fmla="*/ 160750 w 228155"/>
              <a:gd name="connsiteY3" fmla="*/ 73342 h 227647"/>
              <a:gd name="connsiteX4" fmla="*/ 146463 w 228155"/>
              <a:gd name="connsiteY4" fmla="*/ 62865 h 227647"/>
              <a:gd name="connsiteX5" fmla="*/ 129317 w 228155"/>
              <a:gd name="connsiteY5" fmla="*/ 11430 h 227647"/>
              <a:gd name="connsiteX6" fmla="*/ 114078 w 228155"/>
              <a:gd name="connsiteY6" fmla="*/ 0 h 227647"/>
              <a:gd name="connsiteX7" fmla="*/ 98838 w 228155"/>
              <a:gd name="connsiteY7" fmla="*/ 10477 h 227647"/>
              <a:gd name="connsiteX8" fmla="*/ 81692 w 228155"/>
              <a:gd name="connsiteY8" fmla="*/ 61913 h 227647"/>
              <a:gd name="connsiteX9" fmla="*/ 67405 w 228155"/>
              <a:gd name="connsiteY9" fmla="*/ 72390 h 227647"/>
              <a:gd name="connsiteX10" fmla="*/ 15017 w 228155"/>
              <a:gd name="connsiteY10" fmla="*/ 72390 h 227647"/>
              <a:gd name="connsiteX11" fmla="*/ 730 w 228155"/>
              <a:gd name="connsiteY11" fmla="*/ 82867 h 227647"/>
              <a:gd name="connsiteX12" fmla="*/ 5492 w 228155"/>
              <a:gd name="connsiteY12" fmla="*/ 100013 h 227647"/>
              <a:gd name="connsiteX13" fmla="*/ 23590 w 228155"/>
              <a:gd name="connsiteY13" fmla="*/ 116205 h 227647"/>
              <a:gd name="connsiteX14" fmla="*/ 46450 w 228155"/>
              <a:gd name="connsiteY14" fmla="*/ 137160 h 227647"/>
              <a:gd name="connsiteX15" fmla="*/ 51213 w 228155"/>
              <a:gd name="connsiteY15" fmla="*/ 144780 h 227647"/>
              <a:gd name="connsiteX16" fmla="*/ 51213 w 228155"/>
              <a:gd name="connsiteY16" fmla="*/ 153352 h 227647"/>
              <a:gd name="connsiteX17" fmla="*/ 35020 w 228155"/>
              <a:gd name="connsiteY17" fmla="*/ 207645 h 227647"/>
              <a:gd name="connsiteX18" fmla="*/ 40735 w 228155"/>
              <a:gd name="connsiteY18" fmla="*/ 224790 h 227647"/>
              <a:gd name="connsiteX19" fmla="*/ 58833 w 228155"/>
              <a:gd name="connsiteY19" fmla="*/ 224790 h 227647"/>
              <a:gd name="connsiteX20" fmla="*/ 104553 w 228155"/>
              <a:gd name="connsiteY20" fmla="*/ 192405 h 227647"/>
              <a:gd name="connsiteX21" fmla="*/ 122650 w 228155"/>
              <a:gd name="connsiteY21" fmla="*/ 192405 h 227647"/>
              <a:gd name="connsiteX22" fmla="*/ 168370 w 228155"/>
              <a:gd name="connsiteY22" fmla="*/ 224790 h 227647"/>
              <a:gd name="connsiteX23" fmla="*/ 186467 w 228155"/>
              <a:gd name="connsiteY23" fmla="*/ 224790 h 227647"/>
              <a:gd name="connsiteX24" fmla="*/ 192183 w 228155"/>
              <a:gd name="connsiteY24" fmla="*/ 207645 h 227647"/>
              <a:gd name="connsiteX25" fmla="*/ 175990 w 228155"/>
              <a:gd name="connsiteY25" fmla="*/ 153352 h 227647"/>
              <a:gd name="connsiteX26" fmla="*/ 180753 w 228155"/>
              <a:gd name="connsiteY26" fmla="*/ 137160 h 227647"/>
              <a:gd name="connsiteX27" fmla="*/ 222663 w 228155"/>
              <a:gd name="connsiteY27" fmla="*/ 100965 h 22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28155" h="227647">
                <a:moveTo>
                  <a:pt x="222663" y="100965"/>
                </a:moveTo>
                <a:cubicBezTo>
                  <a:pt x="227425" y="96202"/>
                  <a:pt x="229330" y="89535"/>
                  <a:pt x="227425" y="83820"/>
                </a:cubicBezTo>
                <a:cubicBezTo>
                  <a:pt x="225520" y="78105"/>
                  <a:pt x="218853" y="73342"/>
                  <a:pt x="213138" y="73342"/>
                </a:cubicBezTo>
                <a:lnTo>
                  <a:pt x="160750" y="73342"/>
                </a:lnTo>
                <a:cubicBezTo>
                  <a:pt x="154083" y="73342"/>
                  <a:pt x="148367" y="68580"/>
                  <a:pt x="146463" y="62865"/>
                </a:cubicBezTo>
                <a:lnTo>
                  <a:pt x="129317" y="11430"/>
                </a:lnTo>
                <a:cubicBezTo>
                  <a:pt x="126460" y="4763"/>
                  <a:pt x="120745" y="0"/>
                  <a:pt x="114078" y="0"/>
                </a:cubicBezTo>
                <a:cubicBezTo>
                  <a:pt x="107410" y="0"/>
                  <a:pt x="101695" y="4763"/>
                  <a:pt x="98838" y="10477"/>
                </a:cubicBezTo>
                <a:lnTo>
                  <a:pt x="81692" y="61913"/>
                </a:lnTo>
                <a:cubicBezTo>
                  <a:pt x="79788" y="68580"/>
                  <a:pt x="74073" y="72390"/>
                  <a:pt x="67405" y="72390"/>
                </a:cubicBezTo>
                <a:lnTo>
                  <a:pt x="15017" y="72390"/>
                </a:lnTo>
                <a:cubicBezTo>
                  <a:pt x="8350" y="72390"/>
                  <a:pt x="2635" y="76200"/>
                  <a:pt x="730" y="82867"/>
                </a:cubicBezTo>
                <a:cubicBezTo>
                  <a:pt x="-1175" y="88583"/>
                  <a:pt x="730" y="96202"/>
                  <a:pt x="5492" y="100013"/>
                </a:cubicBezTo>
                <a:lnTo>
                  <a:pt x="23590" y="116205"/>
                </a:lnTo>
                <a:lnTo>
                  <a:pt x="46450" y="137160"/>
                </a:lnTo>
                <a:cubicBezTo>
                  <a:pt x="48355" y="139065"/>
                  <a:pt x="50260" y="141923"/>
                  <a:pt x="51213" y="144780"/>
                </a:cubicBezTo>
                <a:cubicBezTo>
                  <a:pt x="52165" y="147638"/>
                  <a:pt x="52165" y="150495"/>
                  <a:pt x="51213" y="153352"/>
                </a:cubicBezTo>
                <a:lnTo>
                  <a:pt x="35020" y="207645"/>
                </a:lnTo>
                <a:cubicBezTo>
                  <a:pt x="33115" y="214313"/>
                  <a:pt x="35020" y="220980"/>
                  <a:pt x="40735" y="224790"/>
                </a:cubicBezTo>
                <a:cubicBezTo>
                  <a:pt x="46450" y="228600"/>
                  <a:pt x="53117" y="228600"/>
                  <a:pt x="58833" y="224790"/>
                </a:cubicBezTo>
                <a:lnTo>
                  <a:pt x="104553" y="192405"/>
                </a:lnTo>
                <a:cubicBezTo>
                  <a:pt x="110267" y="188595"/>
                  <a:pt x="116935" y="188595"/>
                  <a:pt x="122650" y="192405"/>
                </a:cubicBezTo>
                <a:lnTo>
                  <a:pt x="168370" y="224790"/>
                </a:lnTo>
                <a:cubicBezTo>
                  <a:pt x="174085" y="228600"/>
                  <a:pt x="180753" y="228600"/>
                  <a:pt x="186467" y="224790"/>
                </a:cubicBezTo>
                <a:cubicBezTo>
                  <a:pt x="192183" y="220980"/>
                  <a:pt x="194088" y="213360"/>
                  <a:pt x="192183" y="207645"/>
                </a:cubicBezTo>
                <a:lnTo>
                  <a:pt x="175990" y="153352"/>
                </a:lnTo>
                <a:cubicBezTo>
                  <a:pt x="174085" y="147638"/>
                  <a:pt x="175990" y="140970"/>
                  <a:pt x="180753" y="137160"/>
                </a:cubicBezTo>
                <a:lnTo>
                  <a:pt x="222663" y="100965"/>
                </a:lnTo>
                <a:close/>
              </a:path>
            </a:pathLst>
          </a:custGeom>
          <a:solidFill>
            <a:srgbClr val="30264E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B8B2EA-0326-379F-B3A5-93EFDB6FF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667" y="1269801"/>
            <a:ext cx="5516880" cy="88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255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DAD6B7-2CF4-BE89-87A2-2DBEC8857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8000"/>
                    </a14:imgEffect>
                    <a14:imgEffect>
                      <a14:colorTemperature colorTemp="4108"/>
                    </a14:imgEffect>
                    <a14:imgEffect>
                      <a14:saturation sat="32000"/>
                    </a14:imgEffect>
                    <a14:imgEffect>
                      <a14:brightnessContrast bright="-29000" contrast="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54189" y="970674"/>
            <a:ext cx="7604288" cy="4288465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8D08AE68-1D88-FEE6-6EAE-8ABD5E9E5239}"/>
              </a:ext>
            </a:extLst>
          </p:cNvPr>
          <p:cNvSpPr/>
          <p:nvPr/>
        </p:nvSpPr>
        <p:spPr>
          <a:xfrm>
            <a:off x="6817941" y="5683323"/>
            <a:ext cx="4065770" cy="34494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1905000">
              <a:srgbClr val="FE7272"/>
            </a:glow>
            <a:outerShdw blurRad="50800" dist="50800" dir="5400000" algn="ctr" rotWithShape="0">
              <a:srgbClr val="000000">
                <a:alpha val="92000"/>
              </a:srgbClr>
            </a:outerShdw>
            <a:reflection stA="45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865CE5-33CC-1D39-2713-0933291A99D8}"/>
              </a:ext>
            </a:extLst>
          </p:cNvPr>
          <p:cNvSpPr/>
          <p:nvPr/>
        </p:nvSpPr>
        <p:spPr>
          <a:xfrm>
            <a:off x="1252991" y="5512293"/>
            <a:ext cx="4065770" cy="34494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1905000">
              <a:srgbClr val="D2BEFF"/>
            </a:glow>
            <a:outerShdw blurRad="50800" dist="50800" dir="5400000" algn="ctr" rotWithShape="0">
              <a:srgbClr val="000000">
                <a:alpha val="92000"/>
              </a:srgbClr>
            </a:outerShdw>
            <a:reflection stA="45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558C6C-031E-6328-0669-75AF9197332B}"/>
              </a:ext>
            </a:extLst>
          </p:cNvPr>
          <p:cNvGrpSpPr/>
          <p:nvPr/>
        </p:nvGrpSpPr>
        <p:grpSpPr>
          <a:xfrm>
            <a:off x="2590654" y="3050076"/>
            <a:ext cx="7668582" cy="1850461"/>
            <a:chOff x="2472390" y="3242607"/>
            <a:chExt cx="7668582" cy="185046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9ACCDF3-5335-2D79-1306-1DEDBE847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78809">
              <a:off x="4908658" y="3840751"/>
              <a:ext cx="5010849" cy="714475"/>
            </a:xfrm>
            <a:prstGeom prst="rect">
              <a:avLst/>
            </a:prstGeom>
            <a:effectLst>
              <a:glow rad="279400">
                <a:schemeClr val="bg1">
                  <a:alpha val="10000"/>
                </a:schemeClr>
              </a:glow>
              <a:outerShdw blurRad="50800" dist="50800" dir="5400000" algn="ctr" rotWithShape="0">
                <a:srgbClr val="000000">
                  <a:alpha val="77000"/>
                </a:srgbClr>
              </a:outerShdw>
              <a:reflection stA="82000" endPos="65000" dist="50800" dir="5400000" sy="-100000" algn="bl" rotWithShape="0"/>
              <a:softEdge rad="0"/>
            </a:effectLst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D30619E-F19C-6EC5-2A39-CA8758D521B1}"/>
                </a:ext>
              </a:extLst>
            </p:cNvPr>
            <p:cNvGrpSpPr>
              <a:grpSpLocks/>
            </p:cNvGrpSpPr>
            <p:nvPr/>
          </p:nvGrpSpPr>
          <p:grpSpPr>
            <a:xfrm>
              <a:off x="2472390" y="3242607"/>
              <a:ext cx="7668582" cy="1850461"/>
              <a:chOff x="2472390" y="3242607"/>
              <a:chExt cx="7668582" cy="185046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BB980A0-54D7-C063-F547-D91DC247F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20753620">
                <a:off x="3548812" y="3242607"/>
                <a:ext cx="3200847" cy="762106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782DD67-C4FA-4918-3051-F89C6BFE94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2861" y="4373072"/>
                <a:ext cx="3658111" cy="714475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050B283-473F-E54B-4767-E338BCEF0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73180">
                <a:off x="2472390" y="4350014"/>
                <a:ext cx="4305901" cy="743054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B94465B-506B-AD3D-FAEB-90B7F7C93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09099">
                <a:off x="2838094" y="4064149"/>
                <a:ext cx="4163006" cy="638264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</p:grp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FDD7386-E622-2FEA-BF4E-0A43455E48B8}"/>
              </a:ext>
            </a:extLst>
          </p:cNvPr>
          <p:cNvSpPr/>
          <p:nvPr/>
        </p:nvSpPr>
        <p:spPr>
          <a:xfrm>
            <a:off x="4035466" y="5623262"/>
            <a:ext cx="4065770" cy="34494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1905000">
              <a:srgbClr val="CEA2B8"/>
            </a:glow>
            <a:outerShdw blurRad="50800" dist="50800" dir="5400000" algn="ctr" rotWithShape="0">
              <a:srgbClr val="000000">
                <a:alpha val="92000"/>
              </a:srgbClr>
            </a:outerShdw>
            <a:reflection stA="45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160BA91-73C8-DA9A-64DB-2485B8141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9651">
            <a:off x="4196990" y="1641711"/>
            <a:ext cx="4345472" cy="192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358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70</Words>
  <Application>Microsoft Office PowerPoint</Application>
  <PresentationFormat>Widescreen</PresentationFormat>
  <Paragraphs>33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Microsoft YaHei UI</vt:lpstr>
      <vt:lpstr>Aptos</vt:lpstr>
      <vt:lpstr>Aptos Display</vt:lpstr>
      <vt:lpstr>Arial</vt:lpstr>
      <vt:lpstr>Franklin Gothic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Adrian-Ștefan Tomoiagă</dc:creator>
  <cp:lastModifiedBy>Adrian-Ștefan Tomoiagă</cp:lastModifiedBy>
  <cp:revision>4</cp:revision>
  <dcterms:created xsi:type="dcterms:W3CDTF">2026-08-01T21:13:29Z</dcterms:created>
  <dcterms:modified xsi:type="dcterms:W3CDTF">2026-08-17T00:29:44Z</dcterms:modified>
</cp:coreProperties>
</file>